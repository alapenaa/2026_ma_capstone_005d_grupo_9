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72" r:id="rId5"/>
    <p:sldId id="259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61" r:id="rId16"/>
  </p:sldIdLst>
  <p:sldSz cx="12192000" cy="6858000"/>
  <p:notesSz cx="6858000" cy="9144000"/>
  <p:defaultTextStyle>
    <a:defPPr>
      <a:defRPr lang="es-CL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7CDD"/>
    <a:srgbClr val="EE7623"/>
    <a:srgbClr val="BB0034"/>
    <a:srgbClr val="9B50C0"/>
    <a:srgbClr val="F9B7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7EE9B3-826B-CA0C-7F5D-1FC50BE580AD}" v="25" dt="2024-07-09T22:27:50.3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53"/>
    <p:restoredTop sz="95615"/>
  </p:normalViewPr>
  <p:slideViewPr>
    <p:cSldViewPr snapToGrid="0">
      <p:cViewPr>
        <p:scale>
          <a:sx n="66" d="100"/>
          <a:sy n="66" d="100"/>
        </p:scale>
        <p:origin x="1430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a Osorio C." userId="319d936b-4c97-4d05-ad2b-d02721bbec8f" providerId="ADAL" clId="{DDFC9B83-D05F-374E-A685-463796F32BB2}"/>
    <pc:docChg chg="undo custSel addSld delSld modMainMaster">
      <pc:chgData name="Daniela Osorio C." userId="319d936b-4c97-4d05-ad2b-d02721bbec8f" providerId="ADAL" clId="{DDFC9B83-D05F-374E-A685-463796F32BB2}" dt="2024-03-08T15:44:51.559" v="234" actId="2696"/>
      <pc:docMkLst>
        <pc:docMk/>
      </pc:docMkLst>
      <pc:sldChg chg="del">
        <pc:chgData name="Daniela Osorio C." userId="319d936b-4c97-4d05-ad2b-d02721bbec8f" providerId="ADAL" clId="{DDFC9B83-D05F-374E-A685-463796F32BB2}" dt="2024-03-08T15:44:51.559" v="234" actId="2696"/>
        <pc:sldMkLst>
          <pc:docMk/>
          <pc:sldMk cId="430418543" sldId="269"/>
        </pc:sldMkLst>
      </pc:sldChg>
      <pc:sldChg chg="new">
        <pc:chgData name="Daniela Osorio C." userId="319d936b-4c97-4d05-ad2b-d02721bbec8f" providerId="ADAL" clId="{DDFC9B83-D05F-374E-A685-463796F32BB2}" dt="2024-03-08T15:44:49.892" v="233" actId="680"/>
        <pc:sldMkLst>
          <pc:docMk/>
          <pc:sldMk cId="130920155" sldId="272"/>
        </pc:sldMkLst>
      </pc:sldChg>
      <pc:sldMasterChg chg="modSldLayout">
        <pc:chgData name="Daniela Osorio C." userId="319d936b-4c97-4d05-ad2b-d02721bbec8f" providerId="ADAL" clId="{DDFC9B83-D05F-374E-A685-463796F32BB2}" dt="2024-03-08T15:44:36.244" v="232"/>
        <pc:sldMasterMkLst>
          <pc:docMk/>
          <pc:sldMasterMk cId="1693028746" sldId="2147483648"/>
        </pc:sldMasterMkLst>
        <pc:sldLayoutChg chg="addSp delSp modSp mod setBg">
          <pc:chgData name="Daniela Osorio C." userId="319d936b-4c97-4d05-ad2b-d02721bbec8f" providerId="ADAL" clId="{DDFC9B83-D05F-374E-A685-463796F32BB2}" dt="2024-03-08T15:38:41.394" v="226" actId="478"/>
          <pc:sldLayoutMkLst>
            <pc:docMk/>
            <pc:sldMasterMk cId="1693028746" sldId="2147483648"/>
            <pc:sldLayoutMk cId="2606120192" sldId="2147483649"/>
          </pc:sldLayoutMkLst>
          <pc:spChg chg="mod">
            <ac:chgData name="Daniela Osorio C." userId="319d936b-4c97-4d05-ad2b-d02721bbec8f" providerId="ADAL" clId="{DDFC9B83-D05F-374E-A685-463796F32BB2}" dt="2024-03-08T15:26:31.819" v="140" actId="207"/>
            <ac:spMkLst>
              <pc:docMk/>
              <pc:sldMasterMk cId="1693028746" sldId="2147483648"/>
              <pc:sldLayoutMk cId="2606120192" sldId="2147483649"/>
              <ac:spMk id="5" creationId="{EA07B88F-3442-88EF-4332-8188DAED77CC}"/>
            </ac:spMkLst>
          </pc:spChg>
          <pc:spChg chg="mod">
            <ac:chgData name="Daniela Osorio C." userId="319d936b-4c97-4d05-ad2b-d02721bbec8f" providerId="ADAL" clId="{DDFC9B83-D05F-374E-A685-463796F32BB2}" dt="2024-03-08T15:27:55.409" v="142" actId="207"/>
            <ac:spMkLst>
              <pc:docMk/>
              <pc:sldMasterMk cId="1693028746" sldId="2147483648"/>
              <pc:sldLayoutMk cId="2606120192" sldId="2147483649"/>
              <ac:spMk id="6" creationId="{FC350248-3FB5-3C6F-8D72-BDEA02FE930A}"/>
            </ac:spMkLst>
          </pc:spChg>
          <pc:spChg chg="add mod">
            <ac:chgData name="Daniela Osorio C." userId="319d936b-4c97-4d05-ad2b-d02721bbec8f" providerId="ADAL" clId="{DDFC9B83-D05F-374E-A685-463796F32BB2}" dt="2024-03-08T15:32:45.705" v="177" actId="14100"/>
            <ac:spMkLst>
              <pc:docMk/>
              <pc:sldMasterMk cId="1693028746" sldId="2147483648"/>
              <pc:sldLayoutMk cId="2606120192" sldId="2147483649"/>
              <ac:spMk id="12" creationId="{3F9325FC-E030-BCB8-203E-374A8BE898B6}"/>
            </ac:spMkLst>
          </pc:spChg>
          <pc:picChg chg="add del mod">
            <ac:chgData name="Daniela Osorio C." userId="319d936b-4c97-4d05-ad2b-d02721bbec8f" providerId="ADAL" clId="{DDFC9B83-D05F-374E-A685-463796F32BB2}" dt="2024-03-08T15:25:50.399" v="36" actId="21"/>
            <ac:picMkLst>
              <pc:docMk/>
              <pc:sldMasterMk cId="1693028746" sldId="2147483648"/>
              <pc:sldLayoutMk cId="2606120192" sldId="2147483649"/>
              <ac:picMk id="2" creationId="{51C2BC53-2D68-3B41-44FD-88E6C6E0C692}"/>
            </ac:picMkLst>
          </pc:picChg>
          <pc:picChg chg="add mod">
            <ac:chgData name="Daniela Osorio C." userId="319d936b-4c97-4d05-ad2b-d02721bbec8f" providerId="ADAL" clId="{DDFC9B83-D05F-374E-A685-463796F32BB2}" dt="2024-03-08T15:25:55.172" v="38"/>
            <ac:picMkLst>
              <pc:docMk/>
              <pc:sldMasterMk cId="1693028746" sldId="2147483648"/>
              <pc:sldLayoutMk cId="2606120192" sldId="2147483649"/>
              <ac:picMk id="3" creationId="{3B18511A-ACD9-5BA5-0820-A79B8929F03F}"/>
            </ac:picMkLst>
          </pc:picChg>
          <pc:picChg chg="add del mod">
            <ac:chgData name="Daniela Osorio C." userId="319d936b-4c97-4d05-ad2b-d02721bbec8f" providerId="ADAL" clId="{DDFC9B83-D05F-374E-A685-463796F32BB2}" dt="2024-03-08T15:29:12.982" v="146" actId="478"/>
            <ac:picMkLst>
              <pc:docMk/>
              <pc:sldMasterMk cId="1693028746" sldId="2147483648"/>
              <pc:sldLayoutMk cId="2606120192" sldId="2147483649"/>
              <ac:picMk id="4" creationId="{E65E1B84-E0F7-636F-FAD5-94B59882B362}"/>
            </ac:picMkLst>
          </pc:picChg>
          <pc:picChg chg="del">
            <ac:chgData name="Daniela Osorio C." userId="319d936b-4c97-4d05-ad2b-d02721bbec8f" providerId="ADAL" clId="{DDFC9B83-D05F-374E-A685-463796F32BB2}" dt="2024-03-08T15:25:51.976" v="37" actId="478"/>
            <ac:picMkLst>
              <pc:docMk/>
              <pc:sldMasterMk cId="1693028746" sldId="2147483648"/>
              <pc:sldLayoutMk cId="2606120192" sldId="2147483649"/>
              <ac:picMk id="8" creationId="{8B1A2DB8-9B24-4654-F33A-1376883E1479}"/>
            </ac:picMkLst>
          </pc:picChg>
          <pc:picChg chg="add del mod">
            <ac:chgData name="Daniela Osorio C." userId="319d936b-4c97-4d05-ad2b-d02721bbec8f" providerId="ADAL" clId="{DDFC9B83-D05F-374E-A685-463796F32BB2}" dt="2024-03-08T15:29:26.685" v="150" actId="478"/>
            <ac:picMkLst>
              <pc:docMk/>
              <pc:sldMasterMk cId="1693028746" sldId="2147483648"/>
              <pc:sldLayoutMk cId="2606120192" sldId="2147483649"/>
              <ac:picMk id="9" creationId="{F1F197EB-CF20-ED64-9D08-3FCA900C948C}"/>
            </ac:picMkLst>
          </pc:picChg>
          <pc:picChg chg="add del mod">
            <ac:chgData name="Daniela Osorio C." userId="319d936b-4c97-4d05-ad2b-d02721bbec8f" providerId="ADAL" clId="{DDFC9B83-D05F-374E-A685-463796F32BB2}" dt="2024-03-08T15:38:41.394" v="226" actId="478"/>
            <ac:picMkLst>
              <pc:docMk/>
              <pc:sldMasterMk cId="1693028746" sldId="2147483648"/>
              <pc:sldLayoutMk cId="2606120192" sldId="2147483649"/>
              <ac:picMk id="10" creationId="{17B06BE0-5D65-66AE-8665-6D98AE00C690}"/>
            </ac:picMkLst>
          </pc:picChg>
        </pc:sldLayoutChg>
        <pc:sldLayoutChg chg="addSp delSp modSp mod">
          <pc:chgData name="Daniela Osorio C." userId="319d936b-4c97-4d05-ad2b-d02721bbec8f" providerId="ADAL" clId="{DDFC9B83-D05F-374E-A685-463796F32BB2}" dt="2024-03-08T15:31:00.915" v="164" actId="207"/>
          <pc:sldLayoutMkLst>
            <pc:docMk/>
            <pc:sldMasterMk cId="1693028746" sldId="2147483648"/>
            <pc:sldLayoutMk cId="4245125461" sldId="2147483650"/>
          </pc:sldLayoutMkLst>
          <pc:spChg chg="mod">
            <ac:chgData name="Daniela Osorio C." userId="319d936b-4c97-4d05-ad2b-d02721bbec8f" providerId="ADAL" clId="{DDFC9B83-D05F-374E-A685-463796F32BB2}" dt="2024-03-08T15:24:08.979" v="11" actId="207"/>
            <ac:spMkLst>
              <pc:docMk/>
              <pc:sldMasterMk cId="1693028746" sldId="2147483648"/>
              <pc:sldLayoutMk cId="4245125461" sldId="2147483650"/>
              <ac:spMk id="8" creationId="{D4BF3825-8CDE-15D1-473C-F04253CD9789}"/>
            </ac:spMkLst>
          </pc:spChg>
          <pc:spChg chg="mod">
            <ac:chgData name="Daniela Osorio C." userId="319d936b-4c97-4d05-ad2b-d02721bbec8f" providerId="ADAL" clId="{DDFC9B83-D05F-374E-A685-463796F32BB2}" dt="2024-03-08T15:31:00.915" v="164" actId="207"/>
            <ac:spMkLst>
              <pc:docMk/>
              <pc:sldMasterMk cId="1693028746" sldId="2147483648"/>
              <pc:sldLayoutMk cId="4245125461" sldId="2147483650"/>
              <ac:spMk id="9" creationId="{371A0572-EF4B-CA79-4539-AA0A2E4CD964}"/>
            </ac:spMkLst>
          </pc:spChg>
          <pc:picChg chg="add mod">
            <ac:chgData name="Daniela Osorio C." userId="319d936b-4c97-4d05-ad2b-d02721bbec8f" providerId="ADAL" clId="{DDFC9B83-D05F-374E-A685-463796F32BB2}" dt="2024-03-08T15:30:47.216" v="161" actId="1076"/>
            <ac:picMkLst>
              <pc:docMk/>
              <pc:sldMasterMk cId="1693028746" sldId="2147483648"/>
              <pc:sldLayoutMk cId="4245125461" sldId="2147483650"/>
              <ac:picMk id="2" creationId="{DEA467AA-B426-6E6D-D124-E46F0B3F61A9}"/>
            </ac:picMkLst>
          </pc:picChg>
          <pc:picChg chg="del">
            <ac:chgData name="Daniela Osorio C." userId="319d936b-4c97-4d05-ad2b-d02721bbec8f" providerId="ADAL" clId="{DDFC9B83-D05F-374E-A685-463796F32BB2}" dt="2024-03-08T15:30:48.994" v="162" actId="478"/>
            <ac:picMkLst>
              <pc:docMk/>
              <pc:sldMasterMk cId="1693028746" sldId="2147483648"/>
              <pc:sldLayoutMk cId="4245125461" sldId="2147483650"/>
              <ac:picMk id="15" creationId="{EB831521-26FB-EE5C-4997-C7C663FA03CA}"/>
            </ac:picMkLst>
          </pc:picChg>
        </pc:sldLayoutChg>
        <pc:sldLayoutChg chg="addSp delSp modSp mod">
          <pc:chgData name="Daniela Osorio C." userId="319d936b-4c97-4d05-ad2b-d02721bbec8f" providerId="ADAL" clId="{DDFC9B83-D05F-374E-A685-463796F32BB2}" dt="2024-03-08T15:33:54.996" v="193" actId="12789"/>
          <pc:sldLayoutMkLst>
            <pc:docMk/>
            <pc:sldMasterMk cId="1693028746" sldId="2147483648"/>
            <pc:sldLayoutMk cId="3652869427" sldId="2147483651"/>
          </pc:sldLayoutMkLst>
          <pc:spChg chg="mod">
            <ac:chgData name="Daniela Osorio C." userId="319d936b-4c97-4d05-ad2b-d02721bbec8f" providerId="ADAL" clId="{DDFC9B83-D05F-374E-A685-463796F32BB2}" dt="2024-03-08T15:23:52.750" v="8" actId="207"/>
            <ac:spMkLst>
              <pc:docMk/>
              <pc:sldMasterMk cId="1693028746" sldId="2147483648"/>
              <pc:sldLayoutMk cId="3652869427" sldId="2147483651"/>
              <ac:spMk id="3" creationId="{989D0323-C2ED-C0E8-73FE-BEAB8CFEAEB8}"/>
            </ac:spMkLst>
          </pc:spChg>
          <pc:spChg chg="mod">
            <ac:chgData name="Daniela Osorio C." userId="319d936b-4c97-4d05-ad2b-d02721bbec8f" providerId="ADAL" clId="{DDFC9B83-D05F-374E-A685-463796F32BB2}" dt="2024-03-08T15:31:07.260" v="166"/>
            <ac:spMkLst>
              <pc:docMk/>
              <pc:sldMasterMk cId="1693028746" sldId="2147483648"/>
              <pc:sldLayoutMk cId="3652869427" sldId="2147483651"/>
              <ac:spMk id="7" creationId="{214DF2C4-F04D-3C80-781C-59FD036C679C}"/>
            </ac:spMkLst>
          </pc:spChg>
          <pc:spChg chg="mod">
            <ac:chgData name="Daniela Osorio C." userId="319d936b-4c97-4d05-ad2b-d02721bbec8f" providerId="ADAL" clId="{DDFC9B83-D05F-374E-A685-463796F32BB2}" dt="2024-03-08T15:31:07.260" v="166"/>
            <ac:spMkLst>
              <pc:docMk/>
              <pc:sldMasterMk cId="1693028746" sldId="2147483648"/>
              <pc:sldLayoutMk cId="3652869427" sldId="2147483651"/>
              <ac:spMk id="8" creationId="{6664B434-EC06-B2A1-112A-CFBBD91843D1}"/>
            </ac:spMkLst>
          </pc:spChg>
          <pc:spChg chg="mod">
            <ac:chgData name="Daniela Osorio C." userId="319d936b-4c97-4d05-ad2b-d02721bbec8f" providerId="ADAL" clId="{DDFC9B83-D05F-374E-A685-463796F32BB2}" dt="2024-03-08T15:31:15.668" v="169" actId="207"/>
            <ac:spMkLst>
              <pc:docMk/>
              <pc:sldMasterMk cId="1693028746" sldId="2147483648"/>
              <pc:sldLayoutMk cId="3652869427" sldId="2147483651"/>
              <ac:spMk id="15" creationId="{F57429FB-BAB3-46DE-9370-D3C110C6572A}"/>
            </ac:spMkLst>
          </pc:spChg>
          <pc:spChg chg="mod">
            <ac:chgData name="Daniela Osorio C." userId="319d936b-4c97-4d05-ad2b-d02721bbec8f" providerId="ADAL" clId="{DDFC9B83-D05F-374E-A685-463796F32BB2}" dt="2024-03-08T15:31:18.190" v="170" actId="207"/>
            <ac:spMkLst>
              <pc:docMk/>
              <pc:sldMasterMk cId="1693028746" sldId="2147483648"/>
              <pc:sldLayoutMk cId="3652869427" sldId="2147483651"/>
              <ac:spMk id="16" creationId="{4F8D0BB2-7009-A53E-830B-0224847CA34E}"/>
            </ac:spMkLst>
          </pc:spChg>
          <pc:spChg chg="mod">
            <ac:chgData name="Daniela Osorio C." userId="319d936b-4c97-4d05-ad2b-d02721bbec8f" providerId="ADAL" clId="{DDFC9B83-D05F-374E-A685-463796F32BB2}" dt="2024-03-08T15:31:07.260" v="166"/>
            <ac:spMkLst>
              <pc:docMk/>
              <pc:sldMasterMk cId="1693028746" sldId="2147483648"/>
              <pc:sldLayoutMk cId="3652869427" sldId="2147483651"/>
              <ac:spMk id="18" creationId="{E08B512B-19D5-31EE-38BB-ECE0FD6B8C78}"/>
            </ac:spMkLst>
          </pc:spChg>
          <pc:grpChg chg="add mod">
            <ac:chgData name="Daniela Osorio C." userId="319d936b-4c97-4d05-ad2b-d02721bbec8f" providerId="ADAL" clId="{DDFC9B83-D05F-374E-A685-463796F32BB2}" dt="2024-03-08T15:31:07.260" v="166"/>
            <ac:grpSpMkLst>
              <pc:docMk/>
              <pc:sldMasterMk cId="1693028746" sldId="2147483648"/>
              <pc:sldLayoutMk cId="3652869427" sldId="2147483651"/>
              <ac:grpSpMk id="6" creationId="{30600BA2-FE25-D617-556A-284E126C4526}"/>
            </ac:grpSpMkLst>
          </pc:grpChg>
          <pc:grpChg chg="del">
            <ac:chgData name="Daniela Osorio C." userId="319d936b-4c97-4d05-ad2b-d02721bbec8f" providerId="ADAL" clId="{DDFC9B83-D05F-374E-A685-463796F32BB2}" dt="2024-03-08T15:31:06.466" v="165" actId="478"/>
            <ac:grpSpMkLst>
              <pc:docMk/>
              <pc:sldMasterMk cId="1693028746" sldId="2147483648"/>
              <pc:sldLayoutMk cId="3652869427" sldId="2147483651"/>
              <ac:grpSpMk id="14" creationId="{DBF54666-A2EC-90FE-7052-73357A52AE9A}"/>
            </ac:grpSpMkLst>
          </pc:grpChg>
          <pc:grpChg chg="mod">
            <ac:chgData name="Daniela Osorio C." userId="319d936b-4c97-4d05-ad2b-d02721bbec8f" providerId="ADAL" clId="{DDFC9B83-D05F-374E-A685-463796F32BB2}" dt="2024-03-08T15:31:07.260" v="166"/>
            <ac:grpSpMkLst>
              <pc:docMk/>
              <pc:sldMasterMk cId="1693028746" sldId="2147483648"/>
              <pc:sldLayoutMk cId="3652869427" sldId="2147483651"/>
              <ac:grpSpMk id="17" creationId="{78BE0504-3454-CB76-4D2B-96730BFC194F}"/>
            </ac:grpSpMkLst>
          </pc:grpChg>
          <pc:picChg chg="del">
            <ac:chgData name="Daniela Osorio C." userId="319d936b-4c97-4d05-ad2b-d02721bbec8f" providerId="ADAL" clId="{DDFC9B83-D05F-374E-A685-463796F32BB2}" dt="2024-03-08T15:33:48.022" v="191" actId="478"/>
            <ac:picMkLst>
              <pc:docMk/>
              <pc:sldMasterMk cId="1693028746" sldId="2147483648"/>
              <pc:sldLayoutMk cId="3652869427" sldId="2147483651"/>
              <ac:picMk id="5" creationId="{5AEBF32B-13C4-1B20-1320-414CC3B557AC}"/>
            </ac:picMkLst>
          </pc:picChg>
          <pc:picChg chg="mod">
            <ac:chgData name="Daniela Osorio C." userId="319d936b-4c97-4d05-ad2b-d02721bbec8f" providerId="ADAL" clId="{DDFC9B83-D05F-374E-A685-463796F32BB2}" dt="2024-03-08T15:31:07.260" v="166"/>
            <ac:picMkLst>
              <pc:docMk/>
              <pc:sldMasterMk cId="1693028746" sldId="2147483648"/>
              <pc:sldLayoutMk cId="3652869427" sldId="2147483651"/>
              <ac:picMk id="19" creationId="{2816031D-2FBD-6D3D-C3AA-EDAC01B1B7B3}"/>
            </ac:picMkLst>
          </pc:picChg>
          <pc:picChg chg="add del mod">
            <ac:chgData name="Daniela Osorio C." userId="319d936b-4c97-4d05-ad2b-d02721bbec8f" providerId="ADAL" clId="{DDFC9B83-D05F-374E-A685-463796F32BB2}" dt="2024-03-08T15:33:47.041" v="190" actId="21"/>
            <ac:picMkLst>
              <pc:docMk/>
              <pc:sldMasterMk cId="1693028746" sldId="2147483648"/>
              <pc:sldLayoutMk cId="3652869427" sldId="2147483651"/>
              <ac:picMk id="20" creationId="{27B90405-F1D3-597B-24BB-61EC9ADB08A9}"/>
            </ac:picMkLst>
          </pc:picChg>
          <pc:picChg chg="add mod">
            <ac:chgData name="Daniela Osorio C." userId="319d936b-4c97-4d05-ad2b-d02721bbec8f" providerId="ADAL" clId="{DDFC9B83-D05F-374E-A685-463796F32BB2}" dt="2024-03-08T15:33:54.996" v="193" actId="12789"/>
            <ac:picMkLst>
              <pc:docMk/>
              <pc:sldMasterMk cId="1693028746" sldId="2147483648"/>
              <pc:sldLayoutMk cId="3652869427" sldId="2147483651"/>
              <ac:picMk id="21" creationId="{0B69FBCA-2DDE-9868-06E1-CB4510FB1E1C}"/>
            </ac:picMkLst>
          </pc:picChg>
        </pc:sldLayoutChg>
        <pc:sldLayoutChg chg="addSp delSp modSp mod">
          <pc:chgData name="Daniela Osorio C." userId="319d936b-4c97-4d05-ad2b-d02721bbec8f" providerId="ADAL" clId="{DDFC9B83-D05F-374E-A685-463796F32BB2}" dt="2024-03-08T15:34:13.993" v="223" actId="1037"/>
          <pc:sldLayoutMkLst>
            <pc:docMk/>
            <pc:sldMasterMk cId="1693028746" sldId="2147483648"/>
            <pc:sldLayoutMk cId="1232603797" sldId="2147483653"/>
          </pc:sldLayoutMkLst>
          <pc:spChg chg="add del">
            <ac:chgData name="Daniela Osorio C." userId="319d936b-4c97-4d05-ad2b-d02721bbec8f" providerId="ADAL" clId="{DDFC9B83-D05F-374E-A685-463796F32BB2}" dt="2024-03-08T15:34:07.247" v="197" actId="478"/>
            <ac:spMkLst>
              <pc:docMk/>
              <pc:sldMasterMk cId="1693028746" sldId="2147483648"/>
              <pc:sldLayoutMk cId="1232603797" sldId="2147483653"/>
              <ac:spMk id="2" creationId="{C97BCC7D-6F08-8B7A-0AE6-494B19B085FA}"/>
            </ac:spMkLst>
          </pc:spChg>
          <pc:spChg chg="mod">
            <ac:chgData name="Daniela Osorio C." userId="319d936b-4c97-4d05-ad2b-d02721bbec8f" providerId="ADAL" clId="{DDFC9B83-D05F-374E-A685-463796F32BB2}" dt="2024-03-08T15:31:10.764" v="168"/>
            <ac:spMkLst>
              <pc:docMk/>
              <pc:sldMasterMk cId="1693028746" sldId="2147483648"/>
              <pc:sldLayoutMk cId="1232603797" sldId="2147483653"/>
              <ac:spMk id="4" creationId="{F0FF35D2-A2FC-35AC-0158-8D26446D5854}"/>
            </ac:spMkLst>
          </pc:spChg>
          <pc:spChg chg="mod">
            <ac:chgData name="Daniela Osorio C." userId="319d936b-4c97-4d05-ad2b-d02721bbec8f" providerId="ADAL" clId="{DDFC9B83-D05F-374E-A685-463796F32BB2}" dt="2024-03-08T15:24:04.735" v="10" actId="207"/>
            <ac:spMkLst>
              <pc:docMk/>
              <pc:sldMasterMk cId="1693028746" sldId="2147483648"/>
              <pc:sldLayoutMk cId="1232603797" sldId="2147483653"/>
              <ac:spMk id="6" creationId="{7CFD1A2D-962B-1B2F-8EFE-116133732487}"/>
            </ac:spMkLst>
          </pc:spChg>
          <pc:spChg chg="mod">
            <ac:chgData name="Daniela Osorio C." userId="319d936b-4c97-4d05-ad2b-d02721bbec8f" providerId="ADAL" clId="{DDFC9B83-D05F-374E-A685-463796F32BB2}" dt="2024-03-08T15:31:10.764" v="168"/>
            <ac:spMkLst>
              <pc:docMk/>
              <pc:sldMasterMk cId="1693028746" sldId="2147483648"/>
              <pc:sldLayoutMk cId="1232603797" sldId="2147483653"/>
              <ac:spMk id="15" creationId="{D52EE463-507D-0E89-A698-37B26D93221E}"/>
            </ac:spMkLst>
          </pc:spChg>
          <pc:spChg chg="mod">
            <ac:chgData name="Daniela Osorio C." userId="319d936b-4c97-4d05-ad2b-d02721bbec8f" providerId="ADAL" clId="{DDFC9B83-D05F-374E-A685-463796F32BB2}" dt="2024-03-08T15:23:58.482" v="9" actId="207"/>
            <ac:spMkLst>
              <pc:docMk/>
              <pc:sldMasterMk cId="1693028746" sldId="2147483648"/>
              <pc:sldLayoutMk cId="1232603797" sldId="2147483653"/>
              <ac:spMk id="17" creationId="{C0D8A9F2-7C34-CC0C-4A65-766C6591434E}"/>
            </ac:spMkLst>
          </pc:spChg>
          <pc:spChg chg="mod">
            <ac:chgData name="Daniela Osorio C." userId="319d936b-4c97-4d05-ad2b-d02721bbec8f" providerId="ADAL" clId="{DDFC9B83-D05F-374E-A685-463796F32BB2}" dt="2024-03-08T15:31:10.764" v="168"/>
            <ac:spMkLst>
              <pc:docMk/>
              <pc:sldMasterMk cId="1693028746" sldId="2147483648"/>
              <pc:sldLayoutMk cId="1232603797" sldId="2147483653"/>
              <ac:spMk id="18" creationId="{21FEE031-C875-38D1-5382-9E6E11778AA5}"/>
            </ac:spMkLst>
          </pc:spChg>
          <pc:grpChg chg="add mod">
            <ac:chgData name="Daniela Osorio C." userId="319d936b-4c97-4d05-ad2b-d02721bbec8f" providerId="ADAL" clId="{DDFC9B83-D05F-374E-A685-463796F32BB2}" dt="2024-03-08T15:31:10.764" v="168"/>
            <ac:grpSpMkLst>
              <pc:docMk/>
              <pc:sldMasterMk cId="1693028746" sldId="2147483648"/>
              <pc:sldLayoutMk cId="1232603797" sldId="2147483653"/>
              <ac:grpSpMk id="3" creationId="{427846E3-6C01-4C3F-2624-7CD8517C9846}"/>
            </ac:grpSpMkLst>
          </pc:grpChg>
          <pc:grpChg chg="del">
            <ac:chgData name="Daniela Osorio C." userId="319d936b-4c97-4d05-ad2b-d02721bbec8f" providerId="ADAL" clId="{DDFC9B83-D05F-374E-A685-463796F32BB2}" dt="2024-03-08T15:31:09.987" v="167" actId="478"/>
            <ac:grpSpMkLst>
              <pc:docMk/>
              <pc:sldMasterMk cId="1693028746" sldId="2147483648"/>
              <pc:sldLayoutMk cId="1232603797" sldId="2147483653"/>
              <ac:grpSpMk id="14" creationId="{DBF54666-A2EC-90FE-7052-73357A52AE9A}"/>
            </ac:grpSpMkLst>
          </pc:grpChg>
          <pc:grpChg chg="mod">
            <ac:chgData name="Daniela Osorio C." userId="319d936b-4c97-4d05-ad2b-d02721bbec8f" providerId="ADAL" clId="{DDFC9B83-D05F-374E-A685-463796F32BB2}" dt="2024-03-08T15:31:10.764" v="168"/>
            <ac:grpSpMkLst>
              <pc:docMk/>
              <pc:sldMasterMk cId="1693028746" sldId="2147483648"/>
              <pc:sldLayoutMk cId="1232603797" sldId="2147483653"/>
              <ac:grpSpMk id="16" creationId="{6C83F359-2517-926A-B7D0-D64B0F83FC19}"/>
            </ac:grpSpMkLst>
          </pc:grpChg>
          <pc:picChg chg="del">
            <ac:chgData name="Daniela Osorio C." userId="319d936b-4c97-4d05-ad2b-d02721bbec8f" providerId="ADAL" clId="{DDFC9B83-D05F-374E-A685-463796F32BB2}" dt="2024-03-08T15:34:08.779" v="198" actId="478"/>
            <ac:picMkLst>
              <pc:docMk/>
              <pc:sldMasterMk cId="1693028746" sldId="2147483648"/>
              <pc:sldLayoutMk cId="1232603797" sldId="2147483653"/>
              <ac:picMk id="5" creationId="{5AEBF32B-13C4-1B20-1320-414CC3B557AC}"/>
            </ac:picMkLst>
          </pc:picChg>
          <pc:picChg chg="mod">
            <ac:chgData name="Daniela Osorio C." userId="319d936b-4c97-4d05-ad2b-d02721bbec8f" providerId="ADAL" clId="{DDFC9B83-D05F-374E-A685-463796F32BB2}" dt="2024-03-08T15:31:10.764" v="168"/>
            <ac:picMkLst>
              <pc:docMk/>
              <pc:sldMasterMk cId="1693028746" sldId="2147483648"/>
              <pc:sldLayoutMk cId="1232603797" sldId="2147483653"/>
              <ac:picMk id="19" creationId="{08F0296E-9087-FDE0-9CBF-6E89FE8D4121}"/>
            </ac:picMkLst>
          </pc:picChg>
          <pc:picChg chg="add mod">
            <ac:chgData name="Daniela Osorio C." userId="319d936b-4c97-4d05-ad2b-d02721bbec8f" providerId="ADAL" clId="{DDFC9B83-D05F-374E-A685-463796F32BB2}" dt="2024-03-08T15:34:13.993" v="223" actId="1037"/>
            <ac:picMkLst>
              <pc:docMk/>
              <pc:sldMasterMk cId="1693028746" sldId="2147483648"/>
              <pc:sldLayoutMk cId="1232603797" sldId="2147483653"/>
              <ac:picMk id="20" creationId="{CBAE267F-1329-438D-F8CA-EC5B36496E4E}"/>
            </ac:picMkLst>
          </pc:picChg>
        </pc:sldLayoutChg>
        <pc:sldLayoutChg chg="modSp mod setBg">
          <pc:chgData name="Daniela Osorio C." userId="319d936b-4c97-4d05-ad2b-d02721bbec8f" providerId="ADAL" clId="{DDFC9B83-D05F-374E-A685-463796F32BB2}" dt="2024-03-08T15:38:15.264" v="225"/>
          <pc:sldLayoutMkLst>
            <pc:docMk/>
            <pc:sldMasterMk cId="1693028746" sldId="2147483648"/>
            <pc:sldLayoutMk cId="3557603587" sldId="2147483654"/>
          </pc:sldLayoutMkLst>
          <pc:spChg chg="mod">
            <ac:chgData name="Daniela Osorio C." userId="319d936b-4c97-4d05-ad2b-d02721bbec8f" providerId="ADAL" clId="{DDFC9B83-D05F-374E-A685-463796F32BB2}" dt="2024-03-08T15:23:36.480" v="4" actId="207"/>
            <ac:spMkLst>
              <pc:docMk/>
              <pc:sldMasterMk cId="1693028746" sldId="2147483648"/>
              <pc:sldLayoutMk cId="3557603587" sldId="2147483654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DDFC9B83-D05F-374E-A685-463796F32BB2}" dt="2024-03-08T15:31:51.950" v="174" actId="207"/>
            <ac:spMkLst>
              <pc:docMk/>
              <pc:sldMasterMk cId="1693028746" sldId="2147483648"/>
              <pc:sldLayoutMk cId="3557603587" sldId="2147483654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DDFC9B83-D05F-374E-A685-463796F32BB2}" dt="2024-03-08T15:44:36.244" v="232"/>
          <pc:sldLayoutMkLst>
            <pc:docMk/>
            <pc:sldMasterMk cId="1693028746" sldId="2147483648"/>
            <pc:sldLayoutMk cId="787768259" sldId="2147483655"/>
          </pc:sldLayoutMkLst>
          <pc:spChg chg="mod">
            <ac:chgData name="Daniela Osorio C." userId="319d936b-4c97-4d05-ad2b-d02721bbec8f" providerId="ADAL" clId="{DDFC9B83-D05F-374E-A685-463796F32BB2}" dt="2024-03-08T15:23:49.204" v="7" actId="207"/>
            <ac:spMkLst>
              <pc:docMk/>
              <pc:sldMasterMk cId="1693028746" sldId="2147483648"/>
              <pc:sldLayoutMk cId="787768259" sldId="2147483655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DDFC9B83-D05F-374E-A685-463796F32BB2}" dt="2024-03-08T15:31:48.066" v="173" actId="207"/>
            <ac:spMkLst>
              <pc:docMk/>
              <pc:sldMasterMk cId="1693028746" sldId="2147483648"/>
              <pc:sldLayoutMk cId="787768259" sldId="2147483655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DDFC9B83-D05F-374E-A685-463796F32BB2}" dt="2024-03-08T15:40:57.969" v="228"/>
          <pc:sldLayoutMkLst>
            <pc:docMk/>
            <pc:sldMasterMk cId="1693028746" sldId="2147483648"/>
            <pc:sldLayoutMk cId="2395459408" sldId="2147483656"/>
          </pc:sldLayoutMkLst>
          <pc:spChg chg="mod">
            <ac:chgData name="Daniela Osorio C." userId="319d936b-4c97-4d05-ad2b-d02721bbec8f" providerId="ADAL" clId="{DDFC9B83-D05F-374E-A685-463796F32BB2}" dt="2024-03-08T15:23:43.961" v="5" actId="207"/>
            <ac:spMkLst>
              <pc:docMk/>
              <pc:sldMasterMk cId="1693028746" sldId="2147483648"/>
              <pc:sldLayoutMk cId="2395459408" sldId="2147483656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DDFC9B83-D05F-374E-A685-463796F32BB2}" dt="2024-03-08T15:31:37.512" v="171" actId="207"/>
            <ac:spMkLst>
              <pc:docMk/>
              <pc:sldMasterMk cId="1693028746" sldId="2147483648"/>
              <pc:sldLayoutMk cId="2395459408" sldId="2147483656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DDFC9B83-D05F-374E-A685-463796F32BB2}" dt="2024-03-08T15:42:33.373" v="230"/>
          <pc:sldLayoutMkLst>
            <pc:docMk/>
            <pc:sldMasterMk cId="1693028746" sldId="2147483648"/>
            <pc:sldLayoutMk cId="1558819832" sldId="2147483657"/>
          </pc:sldLayoutMkLst>
          <pc:spChg chg="mod">
            <ac:chgData name="Daniela Osorio C." userId="319d936b-4c97-4d05-ad2b-d02721bbec8f" providerId="ADAL" clId="{DDFC9B83-D05F-374E-A685-463796F32BB2}" dt="2024-03-08T15:23:46.707" v="6" actId="207"/>
            <ac:spMkLst>
              <pc:docMk/>
              <pc:sldMasterMk cId="1693028746" sldId="2147483648"/>
              <pc:sldLayoutMk cId="1558819832" sldId="2147483657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DDFC9B83-D05F-374E-A685-463796F32BB2}" dt="2024-03-08T15:31:44.700" v="172" actId="207"/>
            <ac:spMkLst>
              <pc:docMk/>
              <pc:sldMasterMk cId="1693028746" sldId="2147483648"/>
              <pc:sldLayoutMk cId="1558819832" sldId="2147483657"/>
              <ac:spMk id="12" creationId="{EF32CCDA-7D4E-CFAF-567E-53011A66186E}"/>
            </ac:spMkLst>
          </pc:spChg>
        </pc:sldLayoutChg>
      </pc:sldMasterChg>
    </pc:docChg>
  </pc:docChgLst>
  <pc:docChgLst>
    <pc:chgData name="Victoria Acevedo D" userId="S::vacevedod@duoc.cl::01935638-6af6-49f9-8b60-071256435a17" providerId="AD" clId="Web-{807EE9B3-826B-CA0C-7F5D-1FC50BE580AD}"/>
    <pc:docChg chg="modSld">
      <pc:chgData name="Victoria Acevedo D" userId="S::vacevedod@duoc.cl::01935638-6af6-49f9-8b60-071256435a17" providerId="AD" clId="Web-{807EE9B3-826B-CA0C-7F5D-1FC50BE580AD}" dt="2024-07-09T22:27:50.302" v="22" actId="20577"/>
      <pc:docMkLst>
        <pc:docMk/>
      </pc:docMkLst>
      <pc:sldChg chg="modSp">
        <pc:chgData name="Victoria Acevedo D" userId="S::vacevedod@duoc.cl::01935638-6af6-49f9-8b60-071256435a17" providerId="AD" clId="Web-{807EE9B3-826B-CA0C-7F5D-1FC50BE580AD}" dt="2024-07-09T22:27:50.302" v="22" actId="20577"/>
        <pc:sldMkLst>
          <pc:docMk/>
          <pc:sldMk cId="317106787" sldId="259"/>
        </pc:sldMkLst>
        <pc:spChg chg="mod">
          <ac:chgData name="Victoria Acevedo D" userId="S::vacevedod@duoc.cl::01935638-6af6-49f9-8b60-071256435a17" providerId="AD" clId="Web-{807EE9B3-826B-CA0C-7F5D-1FC50BE580AD}" dt="2024-07-09T22:27:18.363" v="9" actId="20577"/>
          <ac:spMkLst>
            <pc:docMk/>
            <pc:sldMk cId="317106787" sldId="259"/>
            <ac:spMk id="2" creationId="{5B68A13F-7B0B-4B42-0E11-B6970DE6104B}"/>
          </ac:spMkLst>
        </pc:spChg>
        <pc:spChg chg="mod">
          <ac:chgData name="Victoria Acevedo D" userId="S::vacevedod@duoc.cl::01935638-6af6-49f9-8b60-071256435a17" providerId="AD" clId="Web-{807EE9B3-826B-CA0C-7F5D-1FC50BE580AD}" dt="2024-07-09T22:27:50.302" v="22" actId="20577"/>
          <ac:spMkLst>
            <pc:docMk/>
            <pc:sldMk cId="317106787" sldId="259"/>
            <ac:spMk id="3" creationId="{E4EF0026-D2A1-FEC2-6E09-DE4B8D3DE528}"/>
          </ac:spMkLst>
        </pc:spChg>
      </pc:sldChg>
    </pc:docChg>
  </pc:docChgLst>
  <pc:docChgLst>
    <pc:chgData name="Daniela Osorio C." userId="319d936b-4c97-4d05-ad2b-d02721bbec8f" providerId="ADAL" clId="{27075CD9-67DB-2C4B-A31F-FD11771F2FCB}"/>
    <pc:docChg chg="custSel modMainMaster">
      <pc:chgData name="Daniela Osorio C." userId="319d936b-4c97-4d05-ad2b-d02721bbec8f" providerId="ADAL" clId="{27075CD9-67DB-2C4B-A31F-FD11771F2FCB}" dt="2024-03-15T13:39:13.591" v="28"/>
      <pc:docMkLst>
        <pc:docMk/>
      </pc:docMkLst>
      <pc:sldMasterChg chg="modSldLayout">
        <pc:chgData name="Daniela Osorio C." userId="319d936b-4c97-4d05-ad2b-d02721bbec8f" providerId="ADAL" clId="{27075CD9-67DB-2C4B-A31F-FD11771F2FCB}" dt="2024-03-15T13:39:13.591" v="28"/>
        <pc:sldMasterMkLst>
          <pc:docMk/>
          <pc:sldMasterMk cId="1693028746" sldId="2147483648"/>
        </pc:sldMasterMkLst>
        <pc:sldLayoutChg chg="addSp delSp modSp mod">
          <pc:chgData name="Daniela Osorio C." userId="319d936b-4c97-4d05-ad2b-d02721bbec8f" providerId="ADAL" clId="{27075CD9-67DB-2C4B-A31F-FD11771F2FCB}" dt="2024-03-15T13:39:13.591" v="28"/>
          <pc:sldLayoutMkLst>
            <pc:docMk/>
            <pc:sldMasterMk cId="1693028746" sldId="2147483648"/>
            <pc:sldLayoutMk cId="2606120192" sldId="2147483649"/>
          </pc:sldLayoutMkLst>
          <pc:picChg chg="add del mod">
            <ac:chgData name="Daniela Osorio C." userId="319d936b-4c97-4d05-ad2b-d02721bbec8f" providerId="ADAL" clId="{27075CD9-67DB-2C4B-A31F-FD11771F2FCB}" dt="2024-03-15T13:39:11.956" v="26" actId="21"/>
            <ac:picMkLst>
              <pc:docMk/>
              <pc:sldMasterMk cId="1693028746" sldId="2147483648"/>
              <pc:sldLayoutMk cId="2606120192" sldId="2147483649"/>
              <ac:picMk id="2" creationId="{430EE472-553D-A7F6-F254-55E520F39A22}"/>
            </ac:picMkLst>
          </pc:picChg>
          <pc:picChg chg="del">
            <ac:chgData name="Daniela Osorio C." userId="319d936b-4c97-4d05-ad2b-d02721bbec8f" providerId="ADAL" clId="{27075CD9-67DB-2C4B-A31F-FD11771F2FCB}" dt="2024-03-15T13:39:13.256" v="27" actId="478"/>
            <ac:picMkLst>
              <pc:docMk/>
              <pc:sldMasterMk cId="1693028746" sldId="2147483648"/>
              <pc:sldLayoutMk cId="2606120192" sldId="2147483649"/>
              <ac:picMk id="3" creationId="{3B18511A-ACD9-5BA5-0820-A79B8929F03F}"/>
            </ac:picMkLst>
          </pc:picChg>
          <pc:picChg chg="add mod">
            <ac:chgData name="Daniela Osorio C." userId="319d936b-4c97-4d05-ad2b-d02721bbec8f" providerId="ADAL" clId="{27075CD9-67DB-2C4B-A31F-FD11771F2FCB}" dt="2024-03-15T13:39:13.591" v="28"/>
            <ac:picMkLst>
              <pc:docMk/>
              <pc:sldMasterMk cId="1693028746" sldId="2147483648"/>
              <pc:sldLayoutMk cId="2606120192" sldId="2147483649"/>
              <ac:picMk id="4" creationId="{742F942F-A859-8F5E-EC64-501C5C2715A5}"/>
            </ac:picMkLst>
          </pc:picChg>
        </pc:sldLayoutChg>
      </pc:sldMasterChg>
    </pc:docChg>
  </pc:docChgLst>
  <pc:docChgLst>
    <pc:chgData name="Daniela Osorio C." userId="319d936b-4c97-4d05-ad2b-d02721bbec8f" providerId="ADAL" clId="{8ECFA8A7-1ADB-2841-A8F3-81DA05612E66}"/>
    <pc:docChg chg="custSel modMainMaster">
      <pc:chgData name="Daniela Osorio C." userId="319d936b-4c97-4d05-ad2b-d02721bbec8f" providerId="ADAL" clId="{8ECFA8A7-1ADB-2841-A8F3-81DA05612E66}" dt="2024-03-18T14:15:56.208" v="77"/>
      <pc:docMkLst>
        <pc:docMk/>
      </pc:docMkLst>
      <pc:sldMasterChg chg="modSldLayout">
        <pc:chgData name="Daniela Osorio C." userId="319d936b-4c97-4d05-ad2b-d02721bbec8f" providerId="ADAL" clId="{8ECFA8A7-1ADB-2841-A8F3-81DA05612E66}" dt="2024-03-18T14:15:56.208" v="77"/>
        <pc:sldMasterMkLst>
          <pc:docMk/>
          <pc:sldMasterMk cId="1693028746" sldId="2147483648"/>
        </pc:sldMasterMkLst>
        <pc:sldLayoutChg chg="addSp delSp modSp mod setBg">
          <pc:chgData name="Daniela Osorio C." userId="319d936b-4c97-4d05-ad2b-d02721bbec8f" providerId="ADAL" clId="{8ECFA8A7-1ADB-2841-A8F3-81DA05612E66}" dt="2024-03-15T17:08:55.127" v="33"/>
          <pc:sldLayoutMkLst>
            <pc:docMk/>
            <pc:sldMasterMk cId="1693028746" sldId="2147483648"/>
            <pc:sldLayoutMk cId="2606120192" sldId="2147483649"/>
          </pc:sldLayoutMkLst>
          <pc:spChg chg="mod">
            <ac:chgData name="Daniela Osorio C." userId="319d936b-4c97-4d05-ad2b-d02721bbec8f" providerId="ADAL" clId="{8ECFA8A7-1ADB-2841-A8F3-81DA05612E66}" dt="2024-03-15T17:05:36.788" v="0" actId="207"/>
            <ac:spMkLst>
              <pc:docMk/>
              <pc:sldMasterMk cId="1693028746" sldId="2147483648"/>
              <pc:sldLayoutMk cId="2606120192" sldId="2147483649"/>
              <ac:spMk id="5" creationId="{EA07B88F-3442-88EF-4332-8188DAED77CC}"/>
            </ac:spMkLst>
          </pc:spChg>
          <pc:picChg chg="add del mod">
            <ac:chgData name="Daniela Osorio C." userId="319d936b-4c97-4d05-ad2b-d02721bbec8f" providerId="ADAL" clId="{8ECFA8A7-1ADB-2841-A8F3-81DA05612E66}" dt="2024-03-15T17:07:00.262" v="29" actId="21"/>
            <ac:picMkLst>
              <pc:docMk/>
              <pc:sldMasterMk cId="1693028746" sldId="2147483648"/>
              <pc:sldLayoutMk cId="2606120192" sldId="2147483649"/>
              <ac:picMk id="2" creationId="{DC559FB6-3CD7-6BDE-0124-33A569C49D86}"/>
            </ac:picMkLst>
          </pc:picChg>
          <pc:picChg chg="del">
            <ac:chgData name="Daniela Osorio C." userId="319d936b-4c97-4d05-ad2b-d02721bbec8f" providerId="ADAL" clId="{8ECFA8A7-1ADB-2841-A8F3-81DA05612E66}" dt="2024-03-15T17:07:01.483" v="30" actId="478"/>
            <ac:picMkLst>
              <pc:docMk/>
              <pc:sldMasterMk cId="1693028746" sldId="2147483648"/>
              <pc:sldLayoutMk cId="2606120192" sldId="2147483649"/>
              <ac:picMk id="3" creationId="{61A12591-91D6-657C-6C3C-E0E264F35539}"/>
            </ac:picMkLst>
          </pc:picChg>
          <pc:picChg chg="add mod">
            <ac:chgData name="Daniela Osorio C." userId="319d936b-4c97-4d05-ad2b-d02721bbec8f" providerId="ADAL" clId="{8ECFA8A7-1ADB-2841-A8F3-81DA05612E66}" dt="2024-03-15T17:07:01.791" v="31"/>
            <ac:picMkLst>
              <pc:docMk/>
              <pc:sldMasterMk cId="1693028746" sldId="2147483648"/>
              <pc:sldLayoutMk cId="2606120192" sldId="2147483649"/>
              <ac:picMk id="4" creationId="{952E45F7-DBA7-0067-88AC-2B33C1A8CB98}"/>
            </ac:picMkLst>
          </pc:picChg>
        </pc:sldLayoutChg>
        <pc:sldLayoutChg chg="addSp delSp modSp mod">
          <pc:chgData name="Daniela Osorio C." userId="319d936b-4c97-4d05-ad2b-d02721bbec8f" providerId="ADAL" clId="{8ECFA8A7-1ADB-2841-A8F3-81DA05612E66}" dt="2024-03-15T17:16:10.911" v="61"/>
          <pc:sldLayoutMkLst>
            <pc:docMk/>
            <pc:sldMasterMk cId="1693028746" sldId="2147483648"/>
            <pc:sldLayoutMk cId="4245125461" sldId="2147483650"/>
          </pc:sldLayoutMkLst>
          <pc:spChg chg="mod">
            <ac:chgData name="Daniela Osorio C." userId="319d936b-4c97-4d05-ad2b-d02721bbec8f" providerId="ADAL" clId="{8ECFA8A7-1ADB-2841-A8F3-81DA05612E66}" dt="2024-03-15T17:05:58.427" v="5" actId="207"/>
            <ac:spMkLst>
              <pc:docMk/>
              <pc:sldMasterMk cId="1693028746" sldId="2147483648"/>
              <pc:sldLayoutMk cId="4245125461" sldId="2147483650"/>
              <ac:spMk id="8" creationId="{D4BF3825-8CDE-15D1-473C-F04253CD9789}"/>
            </ac:spMkLst>
          </pc:spChg>
          <pc:picChg chg="add del mod">
            <ac:chgData name="Daniela Osorio C." userId="319d936b-4c97-4d05-ad2b-d02721bbec8f" providerId="ADAL" clId="{8ECFA8A7-1ADB-2841-A8F3-81DA05612E66}" dt="2024-03-15T17:16:09.268" v="59" actId="21"/>
            <ac:picMkLst>
              <pc:docMk/>
              <pc:sldMasterMk cId="1693028746" sldId="2147483648"/>
              <pc:sldLayoutMk cId="4245125461" sldId="2147483650"/>
              <ac:picMk id="2" creationId="{9EEFC615-5166-0659-76F9-5F6055A719CD}"/>
            </ac:picMkLst>
          </pc:picChg>
          <pc:picChg chg="add mod">
            <ac:chgData name="Daniela Osorio C." userId="319d936b-4c97-4d05-ad2b-d02721bbec8f" providerId="ADAL" clId="{8ECFA8A7-1ADB-2841-A8F3-81DA05612E66}" dt="2024-03-15T17:16:10.911" v="61"/>
            <ac:picMkLst>
              <pc:docMk/>
              <pc:sldMasterMk cId="1693028746" sldId="2147483648"/>
              <pc:sldLayoutMk cId="4245125461" sldId="2147483650"/>
              <ac:picMk id="3" creationId="{0B8A2F42-00CA-3BF5-D8D0-4B68FE7E8824}"/>
            </ac:picMkLst>
          </pc:picChg>
          <pc:picChg chg="del">
            <ac:chgData name="Daniela Osorio C." userId="319d936b-4c97-4d05-ad2b-d02721bbec8f" providerId="ADAL" clId="{8ECFA8A7-1ADB-2841-A8F3-81DA05612E66}" dt="2024-03-15T17:16:10.642" v="60" actId="478"/>
            <ac:picMkLst>
              <pc:docMk/>
              <pc:sldMasterMk cId="1693028746" sldId="2147483648"/>
              <pc:sldLayoutMk cId="4245125461" sldId="2147483650"/>
              <ac:picMk id="4" creationId="{4C0BA981-D2ED-A47F-F882-7C7C3B407C17}"/>
            </ac:picMkLst>
          </pc:picChg>
        </pc:sldLayoutChg>
        <pc:sldLayoutChg chg="addSp delSp modSp mod">
          <pc:chgData name="Daniela Osorio C." userId="319d936b-4c97-4d05-ad2b-d02721bbec8f" providerId="ADAL" clId="{8ECFA8A7-1ADB-2841-A8F3-81DA05612E66}" dt="2024-03-15T17:16:33.597" v="69" actId="12789"/>
          <pc:sldLayoutMkLst>
            <pc:docMk/>
            <pc:sldMasterMk cId="1693028746" sldId="2147483648"/>
            <pc:sldLayoutMk cId="3652869427" sldId="2147483651"/>
          </pc:sldLayoutMkLst>
          <pc:spChg chg="mod">
            <ac:chgData name="Daniela Osorio C." userId="319d936b-4c97-4d05-ad2b-d02721bbec8f" providerId="ADAL" clId="{8ECFA8A7-1ADB-2841-A8F3-81DA05612E66}" dt="2024-03-15T17:06:01.805" v="6" actId="207"/>
            <ac:spMkLst>
              <pc:docMk/>
              <pc:sldMasterMk cId="1693028746" sldId="2147483648"/>
              <pc:sldLayoutMk cId="3652869427" sldId="2147483651"/>
              <ac:spMk id="3" creationId="{989D0323-C2ED-C0E8-73FE-BEAB8CFEAEB8}"/>
            </ac:spMkLst>
          </pc:spChg>
          <pc:picChg chg="add del mod">
            <ac:chgData name="Daniela Osorio C." userId="319d936b-4c97-4d05-ad2b-d02721bbec8f" providerId="ADAL" clId="{8ECFA8A7-1ADB-2841-A8F3-81DA05612E66}" dt="2024-03-15T17:16:28.671" v="66" actId="21"/>
            <ac:picMkLst>
              <pc:docMk/>
              <pc:sldMasterMk cId="1693028746" sldId="2147483648"/>
              <pc:sldLayoutMk cId="3652869427" sldId="2147483651"/>
              <ac:picMk id="5" creationId="{A1684719-EFF8-C040-1A37-D9D9410914A3}"/>
            </ac:picMkLst>
          </pc:picChg>
          <pc:picChg chg="add mod">
            <ac:chgData name="Daniela Osorio C." userId="319d936b-4c97-4d05-ad2b-d02721bbec8f" providerId="ADAL" clId="{8ECFA8A7-1ADB-2841-A8F3-81DA05612E66}" dt="2024-03-15T17:16:33.597" v="69" actId="12789"/>
            <ac:picMkLst>
              <pc:docMk/>
              <pc:sldMasterMk cId="1693028746" sldId="2147483648"/>
              <pc:sldLayoutMk cId="3652869427" sldId="2147483651"/>
              <ac:picMk id="9" creationId="{9C188DE4-1C8A-750A-9834-317895F22B2F}"/>
            </ac:picMkLst>
          </pc:picChg>
          <pc:picChg chg="del">
            <ac:chgData name="Daniela Osorio C." userId="319d936b-4c97-4d05-ad2b-d02721bbec8f" providerId="ADAL" clId="{8ECFA8A7-1ADB-2841-A8F3-81DA05612E66}" dt="2024-03-15T17:16:29.871" v="67" actId="478"/>
            <ac:picMkLst>
              <pc:docMk/>
              <pc:sldMasterMk cId="1693028746" sldId="2147483648"/>
              <pc:sldLayoutMk cId="3652869427" sldId="2147483651"/>
              <ac:picMk id="10" creationId="{4506DCC7-0663-88BB-EF7C-AB0097FE2886}"/>
            </ac:picMkLst>
          </pc:picChg>
        </pc:sldLayoutChg>
        <pc:sldLayoutChg chg="addSp delSp modSp mod">
          <pc:chgData name="Daniela Osorio C." userId="319d936b-4c97-4d05-ad2b-d02721bbec8f" providerId="ADAL" clId="{8ECFA8A7-1ADB-2841-A8F3-81DA05612E66}" dt="2024-03-18T14:15:56.208" v="77"/>
          <pc:sldLayoutMkLst>
            <pc:docMk/>
            <pc:sldMasterMk cId="1693028746" sldId="2147483648"/>
            <pc:sldLayoutMk cId="3491390222" sldId="2147483652"/>
          </pc:sldLayoutMkLst>
          <pc:grpChg chg="add mod">
            <ac:chgData name="Daniela Osorio C." userId="319d936b-4c97-4d05-ad2b-d02721bbec8f" providerId="ADAL" clId="{8ECFA8A7-1ADB-2841-A8F3-81DA05612E66}" dt="2024-03-18T14:15:56.208" v="77"/>
            <ac:grpSpMkLst>
              <pc:docMk/>
              <pc:sldMasterMk cId="1693028746" sldId="2147483648"/>
              <pc:sldLayoutMk cId="3491390222" sldId="2147483652"/>
              <ac:grpSpMk id="2" creationId="{9F91E6D1-21AD-8149-634F-39874CDDB05F}"/>
            </ac:grpSpMkLst>
          </pc:grpChg>
          <pc:picChg chg="mod">
            <ac:chgData name="Daniela Osorio C." userId="319d936b-4c97-4d05-ad2b-d02721bbec8f" providerId="ADAL" clId="{8ECFA8A7-1ADB-2841-A8F3-81DA05612E66}" dt="2024-03-18T14:15:56.208" v="77"/>
            <ac:picMkLst>
              <pc:docMk/>
              <pc:sldMasterMk cId="1693028746" sldId="2147483648"/>
              <pc:sldLayoutMk cId="3491390222" sldId="2147483652"/>
              <ac:picMk id="3" creationId="{5C7F6159-27FC-D37D-6948-67F8EE366ACB}"/>
            </ac:picMkLst>
          </pc:picChg>
          <pc:picChg chg="mod">
            <ac:chgData name="Daniela Osorio C." userId="319d936b-4c97-4d05-ad2b-d02721bbec8f" providerId="ADAL" clId="{8ECFA8A7-1ADB-2841-A8F3-81DA05612E66}" dt="2024-03-18T14:15:56.208" v="77"/>
            <ac:picMkLst>
              <pc:docMk/>
              <pc:sldMasterMk cId="1693028746" sldId="2147483648"/>
              <pc:sldLayoutMk cId="3491390222" sldId="2147483652"/>
              <ac:picMk id="4" creationId="{3051E8F7-021B-497B-A676-8142240D8E84}"/>
            </ac:picMkLst>
          </pc:picChg>
          <pc:picChg chg="add mod">
            <ac:chgData name="Daniela Osorio C." userId="319d936b-4c97-4d05-ad2b-d02721bbec8f" providerId="ADAL" clId="{8ECFA8A7-1ADB-2841-A8F3-81DA05612E66}" dt="2024-03-18T14:15:56.208" v="77"/>
            <ac:picMkLst>
              <pc:docMk/>
              <pc:sldMasterMk cId="1693028746" sldId="2147483648"/>
              <pc:sldLayoutMk cId="3491390222" sldId="2147483652"/>
              <ac:picMk id="5" creationId="{BA44E097-D359-D78B-4054-E34A9D1A9706}"/>
            </ac:picMkLst>
          </pc:picChg>
          <pc:picChg chg="del">
            <ac:chgData name="Daniela Osorio C." userId="319d936b-4c97-4d05-ad2b-d02721bbec8f" providerId="ADAL" clId="{8ECFA8A7-1ADB-2841-A8F3-81DA05612E66}" dt="2024-03-18T14:15:53.807" v="75" actId="478"/>
            <ac:picMkLst>
              <pc:docMk/>
              <pc:sldMasterMk cId="1693028746" sldId="2147483648"/>
              <pc:sldLayoutMk cId="3491390222" sldId="2147483652"/>
              <ac:picMk id="7" creationId="{A142B975-FA57-12A7-9DE9-D7A4B6DA842E}"/>
            </ac:picMkLst>
          </pc:picChg>
          <pc:picChg chg="del">
            <ac:chgData name="Daniela Osorio C." userId="319d936b-4c97-4d05-ad2b-d02721bbec8f" providerId="ADAL" clId="{8ECFA8A7-1ADB-2841-A8F3-81DA05612E66}" dt="2024-03-18T14:15:55.258" v="76" actId="478"/>
            <ac:picMkLst>
              <pc:docMk/>
              <pc:sldMasterMk cId="1693028746" sldId="2147483648"/>
              <pc:sldLayoutMk cId="3491390222" sldId="2147483652"/>
              <ac:picMk id="8" creationId="{E470050E-A56E-B6C4-B9E0-1BC0CC5F9241}"/>
            </ac:picMkLst>
          </pc:picChg>
        </pc:sldLayoutChg>
        <pc:sldLayoutChg chg="addSp delSp modSp mod">
          <pc:chgData name="Daniela Osorio C." userId="319d936b-4c97-4d05-ad2b-d02721bbec8f" providerId="ADAL" clId="{8ECFA8A7-1ADB-2841-A8F3-81DA05612E66}" dt="2024-03-15T17:16:43.345" v="74"/>
          <pc:sldLayoutMkLst>
            <pc:docMk/>
            <pc:sldMasterMk cId="1693028746" sldId="2147483648"/>
            <pc:sldLayoutMk cId="1232603797" sldId="2147483653"/>
          </pc:sldLayoutMkLst>
          <pc:spChg chg="mod">
            <ac:chgData name="Daniela Osorio C." userId="319d936b-4c97-4d05-ad2b-d02721bbec8f" providerId="ADAL" clId="{8ECFA8A7-1ADB-2841-A8F3-81DA05612E66}" dt="2024-03-15T17:06:05.920" v="7" actId="207"/>
            <ac:spMkLst>
              <pc:docMk/>
              <pc:sldMasterMk cId="1693028746" sldId="2147483648"/>
              <pc:sldLayoutMk cId="1232603797" sldId="2147483653"/>
              <ac:spMk id="6" creationId="{7CFD1A2D-962B-1B2F-8EFE-116133732487}"/>
            </ac:spMkLst>
          </pc:spChg>
          <pc:spChg chg="mod">
            <ac:chgData name="Daniela Osorio C." userId="319d936b-4c97-4d05-ad2b-d02721bbec8f" providerId="ADAL" clId="{8ECFA8A7-1ADB-2841-A8F3-81DA05612E66}" dt="2024-03-15T17:06:05.920" v="7" actId="207"/>
            <ac:spMkLst>
              <pc:docMk/>
              <pc:sldMasterMk cId="1693028746" sldId="2147483648"/>
              <pc:sldLayoutMk cId="1232603797" sldId="2147483653"/>
              <ac:spMk id="17" creationId="{C0D8A9F2-7C34-CC0C-4A65-766C6591434E}"/>
            </ac:spMkLst>
          </pc:spChg>
          <pc:picChg chg="add del mod">
            <ac:chgData name="Daniela Osorio C." userId="319d936b-4c97-4d05-ad2b-d02721bbec8f" providerId="ADAL" clId="{8ECFA8A7-1ADB-2841-A8F3-81DA05612E66}" dt="2024-03-15T17:16:41.843" v="72" actId="21"/>
            <ac:picMkLst>
              <pc:docMk/>
              <pc:sldMasterMk cId="1693028746" sldId="2147483648"/>
              <pc:sldLayoutMk cId="1232603797" sldId="2147483653"/>
              <ac:picMk id="5" creationId="{90BAB172-E0A2-D0E4-8E2F-50FECB2A1E32}"/>
            </ac:picMkLst>
          </pc:picChg>
          <pc:picChg chg="add mod">
            <ac:chgData name="Daniela Osorio C." userId="319d936b-4c97-4d05-ad2b-d02721bbec8f" providerId="ADAL" clId="{8ECFA8A7-1ADB-2841-A8F3-81DA05612E66}" dt="2024-03-15T17:16:43.345" v="74"/>
            <ac:picMkLst>
              <pc:docMk/>
              <pc:sldMasterMk cId="1693028746" sldId="2147483648"/>
              <pc:sldLayoutMk cId="1232603797" sldId="2147483653"/>
              <ac:picMk id="9" creationId="{533ECC16-DB92-D7AB-25D1-63F1F6931CD4}"/>
            </ac:picMkLst>
          </pc:picChg>
          <pc:picChg chg="del">
            <ac:chgData name="Daniela Osorio C." userId="319d936b-4c97-4d05-ad2b-d02721bbec8f" providerId="ADAL" clId="{8ECFA8A7-1ADB-2841-A8F3-81DA05612E66}" dt="2024-03-15T17:16:43.084" v="73" actId="478"/>
            <ac:picMkLst>
              <pc:docMk/>
              <pc:sldMasterMk cId="1693028746" sldId="2147483648"/>
              <pc:sldLayoutMk cId="1232603797" sldId="2147483653"/>
              <ac:picMk id="10" creationId="{7364F9B6-661D-6260-D937-4737ACFD530A}"/>
            </ac:picMkLst>
          </pc:picChg>
        </pc:sldLayoutChg>
        <pc:sldLayoutChg chg="modSp mod setBg">
          <pc:chgData name="Daniela Osorio C." userId="319d936b-4c97-4d05-ad2b-d02721bbec8f" providerId="ADAL" clId="{8ECFA8A7-1ADB-2841-A8F3-81DA05612E66}" dt="2024-03-15T17:11:04.862" v="35"/>
          <pc:sldLayoutMkLst>
            <pc:docMk/>
            <pc:sldMasterMk cId="1693028746" sldId="2147483648"/>
            <pc:sldLayoutMk cId="3557603587" sldId="2147483654"/>
          </pc:sldLayoutMkLst>
          <pc:spChg chg="mod">
            <ac:chgData name="Daniela Osorio C." userId="319d936b-4c97-4d05-ad2b-d02721bbec8f" providerId="ADAL" clId="{8ECFA8A7-1ADB-2841-A8F3-81DA05612E66}" dt="2024-03-15T17:05:41.448" v="1" actId="207"/>
            <ac:spMkLst>
              <pc:docMk/>
              <pc:sldMasterMk cId="1693028746" sldId="2147483648"/>
              <pc:sldLayoutMk cId="3557603587" sldId="2147483654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8ECFA8A7-1ADB-2841-A8F3-81DA05612E66}" dt="2024-03-15T17:05:41.448" v="1" actId="207"/>
            <ac:spMkLst>
              <pc:docMk/>
              <pc:sldMasterMk cId="1693028746" sldId="2147483648"/>
              <pc:sldLayoutMk cId="3557603587" sldId="2147483654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8ECFA8A7-1ADB-2841-A8F3-81DA05612E66}" dt="2024-03-15T17:15:34.424" v="41"/>
          <pc:sldLayoutMkLst>
            <pc:docMk/>
            <pc:sldMasterMk cId="1693028746" sldId="2147483648"/>
            <pc:sldLayoutMk cId="787768259" sldId="2147483655"/>
          </pc:sldLayoutMkLst>
          <pc:spChg chg="mod">
            <ac:chgData name="Daniela Osorio C." userId="319d936b-4c97-4d05-ad2b-d02721bbec8f" providerId="ADAL" clId="{8ECFA8A7-1ADB-2841-A8F3-81DA05612E66}" dt="2024-03-15T17:05:53.949" v="4" actId="207"/>
            <ac:spMkLst>
              <pc:docMk/>
              <pc:sldMasterMk cId="1693028746" sldId="2147483648"/>
              <pc:sldLayoutMk cId="787768259" sldId="2147483655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8ECFA8A7-1ADB-2841-A8F3-81DA05612E66}" dt="2024-03-15T17:05:53.949" v="4" actId="207"/>
            <ac:spMkLst>
              <pc:docMk/>
              <pc:sldMasterMk cId="1693028746" sldId="2147483648"/>
              <pc:sldLayoutMk cId="787768259" sldId="2147483655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8ECFA8A7-1ADB-2841-A8F3-81DA05612E66}" dt="2024-03-15T17:12:26.585" v="37"/>
          <pc:sldLayoutMkLst>
            <pc:docMk/>
            <pc:sldMasterMk cId="1693028746" sldId="2147483648"/>
            <pc:sldLayoutMk cId="2395459408" sldId="2147483656"/>
          </pc:sldLayoutMkLst>
          <pc:spChg chg="mod">
            <ac:chgData name="Daniela Osorio C." userId="319d936b-4c97-4d05-ad2b-d02721bbec8f" providerId="ADAL" clId="{8ECFA8A7-1ADB-2841-A8F3-81DA05612E66}" dt="2024-03-15T17:05:45.322" v="2" actId="207"/>
            <ac:spMkLst>
              <pc:docMk/>
              <pc:sldMasterMk cId="1693028746" sldId="2147483648"/>
              <pc:sldLayoutMk cId="2395459408" sldId="2147483656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8ECFA8A7-1ADB-2841-A8F3-81DA05612E66}" dt="2024-03-15T17:05:45.322" v="2" actId="207"/>
            <ac:spMkLst>
              <pc:docMk/>
              <pc:sldMasterMk cId="1693028746" sldId="2147483648"/>
              <pc:sldLayoutMk cId="2395459408" sldId="2147483656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8ECFA8A7-1ADB-2841-A8F3-81DA05612E66}" dt="2024-03-15T17:15:22.719" v="39"/>
          <pc:sldLayoutMkLst>
            <pc:docMk/>
            <pc:sldMasterMk cId="1693028746" sldId="2147483648"/>
            <pc:sldLayoutMk cId="1558819832" sldId="2147483657"/>
          </pc:sldLayoutMkLst>
          <pc:spChg chg="mod">
            <ac:chgData name="Daniela Osorio C." userId="319d936b-4c97-4d05-ad2b-d02721bbec8f" providerId="ADAL" clId="{8ECFA8A7-1ADB-2841-A8F3-81DA05612E66}" dt="2024-03-15T17:05:50.282" v="3" actId="207"/>
            <ac:spMkLst>
              <pc:docMk/>
              <pc:sldMasterMk cId="1693028746" sldId="2147483648"/>
              <pc:sldLayoutMk cId="1558819832" sldId="2147483657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8ECFA8A7-1ADB-2841-A8F3-81DA05612E66}" dt="2024-03-15T17:05:50.282" v="3" actId="207"/>
            <ac:spMkLst>
              <pc:docMk/>
              <pc:sldMasterMk cId="1693028746" sldId="2147483648"/>
              <pc:sldLayoutMk cId="1558819832" sldId="2147483657"/>
              <ac:spMk id="12" creationId="{EF32CCDA-7D4E-CFAF-567E-53011A66186E}"/>
            </ac:spMkLst>
          </pc:spChg>
        </pc:sldLayoutChg>
      </pc:sldMasterChg>
    </pc:docChg>
  </pc:docChgLst>
  <pc:docChgLst>
    <pc:chgData name="Victoria Acevedo D" userId="S::vacevedod@duoc.cl::01935638-6af6-49f9-8b60-071256435a17" providerId="AD" clId="Web-{4D499531-AFE8-F35C-947F-43D0D0F34A96}"/>
    <pc:docChg chg="modSld">
      <pc:chgData name="Victoria Acevedo D" userId="S::vacevedod@duoc.cl::01935638-6af6-49f9-8b60-071256435a17" providerId="AD" clId="Web-{4D499531-AFE8-F35C-947F-43D0D0F34A96}" dt="2024-06-03T01:03:25.886" v="2" actId="20577"/>
      <pc:docMkLst>
        <pc:docMk/>
      </pc:docMkLst>
      <pc:sldChg chg="modSp">
        <pc:chgData name="Victoria Acevedo D" userId="S::vacevedod@duoc.cl::01935638-6af6-49f9-8b60-071256435a17" providerId="AD" clId="Web-{4D499531-AFE8-F35C-947F-43D0D0F34A96}" dt="2024-06-03T01:03:25.886" v="2" actId="20577"/>
        <pc:sldMkLst>
          <pc:docMk/>
          <pc:sldMk cId="130920155" sldId="272"/>
        </pc:sldMkLst>
        <pc:spChg chg="mod">
          <ac:chgData name="Victoria Acevedo D" userId="S::vacevedod@duoc.cl::01935638-6af6-49f9-8b60-071256435a17" providerId="AD" clId="Web-{4D499531-AFE8-F35C-947F-43D0D0F34A96}" dt="2024-06-03T01:03:25.886" v="2" actId="20577"/>
          <ac:spMkLst>
            <pc:docMk/>
            <pc:sldMk cId="130920155" sldId="272"/>
            <ac:spMk id="2" creationId="{EADDA3FC-36B2-5E48-53A8-51083BBEE302}"/>
          </ac:spMkLst>
        </pc:spChg>
      </pc:sldChg>
    </pc:docChg>
  </pc:docChgLst>
  <pc:docChgLst>
    <pc:chgData name="Daniela Osorio C." userId="319d936b-4c97-4d05-ad2b-d02721bbec8f" providerId="ADAL" clId="{E8204165-5A88-7041-B173-F49F8E46C51D}"/>
    <pc:docChg chg="undo custSel modMainMaster">
      <pc:chgData name="Daniela Osorio C." userId="319d936b-4c97-4d05-ad2b-d02721bbec8f" providerId="ADAL" clId="{E8204165-5A88-7041-B173-F49F8E46C51D}" dt="2024-03-11T15:35:32.988" v="54"/>
      <pc:docMkLst>
        <pc:docMk/>
      </pc:docMkLst>
      <pc:sldMasterChg chg="modSldLayout">
        <pc:chgData name="Daniela Osorio C." userId="319d936b-4c97-4d05-ad2b-d02721bbec8f" providerId="ADAL" clId="{E8204165-5A88-7041-B173-F49F8E46C51D}" dt="2024-03-11T15:35:32.988" v="54"/>
        <pc:sldMasterMkLst>
          <pc:docMk/>
          <pc:sldMasterMk cId="1693028746" sldId="2147483648"/>
        </pc:sldMasterMkLst>
        <pc:sldLayoutChg chg="modSp mod setBg">
          <pc:chgData name="Daniela Osorio C." userId="319d936b-4c97-4d05-ad2b-d02721bbec8f" providerId="ADAL" clId="{E8204165-5A88-7041-B173-F49F8E46C51D}" dt="2024-03-08T15:54:37.218" v="2" actId="207"/>
          <pc:sldLayoutMkLst>
            <pc:docMk/>
            <pc:sldMasterMk cId="1693028746" sldId="2147483648"/>
            <pc:sldLayoutMk cId="2606120192" sldId="2147483649"/>
          </pc:sldLayoutMkLst>
          <pc:spChg chg="mod">
            <ac:chgData name="Daniela Osorio C." userId="319d936b-4c97-4d05-ad2b-d02721bbec8f" providerId="ADAL" clId="{E8204165-5A88-7041-B173-F49F8E46C51D}" dt="2024-03-08T15:54:37.218" v="2" actId="207"/>
            <ac:spMkLst>
              <pc:docMk/>
              <pc:sldMasterMk cId="1693028746" sldId="2147483648"/>
              <pc:sldLayoutMk cId="2606120192" sldId="2147483649"/>
              <ac:spMk id="5" creationId="{EA07B88F-3442-88EF-4332-8188DAED77CC}"/>
            </ac:spMkLst>
          </pc:spChg>
        </pc:sldLayoutChg>
        <pc:sldLayoutChg chg="addSp delSp modSp mod">
          <pc:chgData name="Daniela Osorio C." userId="319d936b-4c97-4d05-ad2b-d02721bbec8f" providerId="ADAL" clId="{E8204165-5A88-7041-B173-F49F8E46C51D}" dt="2024-03-08T15:57:08.671" v="46" actId="478"/>
          <pc:sldLayoutMkLst>
            <pc:docMk/>
            <pc:sldMasterMk cId="1693028746" sldId="2147483648"/>
            <pc:sldLayoutMk cId="4245125461" sldId="2147483650"/>
          </pc:sldLayoutMkLst>
          <pc:spChg chg="mod">
            <ac:chgData name="Daniela Osorio C." userId="319d936b-4c97-4d05-ad2b-d02721bbec8f" providerId="ADAL" clId="{E8204165-5A88-7041-B173-F49F8E46C51D}" dt="2024-03-08T15:55:19.370" v="9" actId="207"/>
            <ac:spMkLst>
              <pc:docMk/>
              <pc:sldMasterMk cId="1693028746" sldId="2147483648"/>
              <pc:sldLayoutMk cId="4245125461" sldId="2147483650"/>
              <ac:spMk id="8" creationId="{D4BF3825-8CDE-15D1-473C-F04253CD9789}"/>
            </ac:spMkLst>
          </pc:spChg>
          <pc:picChg chg="del">
            <ac:chgData name="Daniela Osorio C." userId="319d936b-4c97-4d05-ad2b-d02721bbec8f" providerId="ADAL" clId="{E8204165-5A88-7041-B173-F49F8E46C51D}" dt="2024-03-08T15:57:08.671" v="46" actId="478"/>
            <ac:picMkLst>
              <pc:docMk/>
              <pc:sldMasterMk cId="1693028746" sldId="2147483648"/>
              <pc:sldLayoutMk cId="4245125461" sldId="2147483650"/>
              <ac:picMk id="2" creationId="{DEA467AA-B426-6E6D-D124-E46F0B3F61A9}"/>
            </ac:picMkLst>
          </pc:picChg>
          <pc:picChg chg="add mod">
            <ac:chgData name="Daniela Osorio C." userId="319d936b-4c97-4d05-ad2b-d02721bbec8f" providerId="ADAL" clId="{E8204165-5A88-7041-B173-F49F8E46C51D}" dt="2024-03-08T15:57:07.500" v="45" actId="1076"/>
            <ac:picMkLst>
              <pc:docMk/>
              <pc:sldMasterMk cId="1693028746" sldId="2147483648"/>
              <pc:sldLayoutMk cId="4245125461" sldId="2147483650"/>
              <ac:picMk id="3" creationId="{095DA7AA-50CC-BFDF-FC83-D23DB7396ABA}"/>
            </ac:picMkLst>
          </pc:picChg>
        </pc:sldLayoutChg>
        <pc:sldLayoutChg chg="addSp delSp modSp mod">
          <pc:chgData name="Daniela Osorio C." userId="319d936b-4c97-4d05-ad2b-d02721bbec8f" providerId="ADAL" clId="{E8204165-5A88-7041-B173-F49F8E46C51D}" dt="2024-03-08T15:56:35.109" v="39" actId="12789"/>
          <pc:sldLayoutMkLst>
            <pc:docMk/>
            <pc:sldMasterMk cId="1693028746" sldId="2147483648"/>
            <pc:sldLayoutMk cId="3652869427" sldId="2147483651"/>
          </pc:sldLayoutMkLst>
          <pc:spChg chg="mod">
            <ac:chgData name="Daniela Osorio C." userId="319d936b-4c97-4d05-ad2b-d02721bbec8f" providerId="ADAL" clId="{E8204165-5A88-7041-B173-F49F8E46C51D}" dt="2024-03-08T15:56:15.833" v="31" actId="1076"/>
            <ac:spMkLst>
              <pc:docMk/>
              <pc:sldMasterMk cId="1693028746" sldId="2147483648"/>
              <pc:sldLayoutMk cId="3652869427" sldId="2147483651"/>
              <ac:spMk id="2" creationId="{C97BCC7D-6F08-8B7A-0AE6-494B19B085FA}"/>
            </ac:spMkLst>
          </pc:spChg>
          <pc:spChg chg="mod">
            <ac:chgData name="Daniela Osorio C." userId="319d936b-4c97-4d05-ad2b-d02721bbec8f" providerId="ADAL" clId="{E8204165-5A88-7041-B173-F49F8E46C51D}" dt="2024-03-08T15:55:23.589" v="11" actId="207"/>
            <ac:spMkLst>
              <pc:docMk/>
              <pc:sldMasterMk cId="1693028746" sldId="2147483648"/>
              <pc:sldLayoutMk cId="3652869427" sldId="2147483651"/>
              <ac:spMk id="3" creationId="{989D0323-C2ED-C0E8-73FE-BEAB8CFEAEB8}"/>
            </ac:spMkLst>
          </pc:spChg>
          <pc:picChg chg="add mod">
            <ac:chgData name="Daniela Osorio C." userId="319d936b-4c97-4d05-ad2b-d02721bbec8f" providerId="ADAL" clId="{E8204165-5A88-7041-B173-F49F8E46C51D}" dt="2024-03-08T15:56:35.109" v="39" actId="12789"/>
            <ac:picMkLst>
              <pc:docMk/>
              <pc:sldMasterMk cId="1693028746" sldId="2147483648"/>
              <pc:sldLayoutMk cId="3652869427" sldId="2147483651"/>
              <ac:picMk id="5" creationId="{DFA3C3F2-3755-9BD8-9640-604AB2195B6E}"/>
            </ac:picMkLst>
          </pc:picChg>
          <pc:picChg chg="add del">
            <ac:chgData name="Daniela Osorio C." userId="319d936b-4c97-4d05-ad2b-d02721bbec8f" providerId="ADAL" clId="{E8204165-5A88-7041-B173-F49F8E46C51D}" dt="2024-03-08T15:56:24.818" v="35" actId="478"/>
            <ac:picMkLst>
              <pc:docMk/>
              <pc:sldMasterMk cId="1693028746" sldId="2147483648"/>
              <pc:sldLayoutMk cId="3652869427" sldId="2147483651"/>
              <ac:picMk id="21" creationId="{0B69FBCA-2DDE-9868-06E1-CB4510FB1E1C}"/>
            </ac:picMkLst>
          </pc:picChg>
        </pc:sldLayoutChg>
        <pc:sldLayoutChg chg="addSp delSp modSp mod">
          <pc:chgData name="Daniela Osorio C." userId="319d936b-4c97-4d05-ad2b-d02721bbec8f" providerId="ADAL" clId="{E8204165-5A88-7041-B173-F49F8E46C51D}" dt="2024-03-08T15:56:09.650" v="28"/>
          <pc:sldLayoutMkLst>
            <pc:docMk/>
            <pc:sldMasterMk cId="1693028746" sldId="2147483648"/>
            <pc:sldLayoutMk cId="1232603797" sldId="2147483653"/>
          </pc:sldLayoutMkLst>
          <pc:spChg chg="mod">
            <ac:chgData name="Daniela Osorio C." userId="319d936b-4c97-4d05-ad2b-d02721bbec8f" providerId="ADAL" clId="{E8204165-5A88-7041-B173-F49F8E46C51D}" dt="2024-03-08T15:55:28.615" v="12" actId="207"/>
            <ac:spMkLst>
              <pc:docMk/>
              <pc:sldMasterMk cId="1693028746" sldId="2147483648"/>
              <pc:sldLayoutMk cId="1232603797" sldId="2147483653"/>
              <ac:spMk id="6" creationId="{7CFD1A2D-962B-1B2F-8EFE-116133732487}"/>
            </ac:spMkLst>
          </pc:spChg>
          <pc:spChg chg="mod">
            <ac:chgData name="Daniela Osorio C." userId="319d936b-4c97-4d05-ad2b-d02721bbec8f" providerId="ADAL" clId="{E8204165-5A88-7041-B173-F49F8E46C51D}" dt="2024-03-08T15:55:28.615" v="12" actId="207"/>
            <ac:spMkLst>
              <pc:docMk/>
              <pc:sldMasterMk cId="1693028746" sldId="2147483648"/>
              <pc:sldLayoutMk cId="1232603797" sldId="2147483653"/>
              <ac:spMk id="17" creationId="{C0D8A9F2-7C34-CC0C-4A65-766C6591434E}"/>
            </ac:spMkLst>
          </pc:spChg>
          <pc:picChg chg="add del mod">
            <ac:chgData name="Daniela Osorio C." userId="319d936b-4c97-4d05-ad2b-d02721bbec8f" providerId="ADAL" clId="{E8204165-5A88-7041-B173-F49F8E46C51D}" dt="2024-03-08T15:56:04.808" v="26" actId="21"/>
            <ac:picMkLst>
              <pc:docMk/>
              <pc:sldMasterMk cId="1693028746" sldId="2147483648"/>
              <pc:sldLayoutMk cId="1232603797" sldId="2147483653"/>
              <ac:picMk id="5" creationId="{CECD71EB-03B2-835D-1388-2E420F70A70C}"/>
            </ac:picMkLst>
          </pc:picChg>
          <pc:picChg chg="add mod">
            <ac:chgData name="Daniela Osorio C." userId="319d936b-4c97-4d05-ad2b-d02721bbec8f" providerId="ADAL" clId="{E8204165-5A88-7041-B173-F49F8E46C51D}" dt="2024-03-08T15:56:09.650" v="28"/>
            <ac:picMkLst>
              <pc:docMk/>
              <pc:sldMasterMk cId="1693028746" sldId="2147483648"/>
              <pc:sldLayoutMk cId="1232603797" sldId="2147483653"/>
              <ac:picMk id="9" creationId="{DFDD4C65-CEFB-09B5-8FC8-4A1550C94AA4}"/>
            </ac:picMkLst>
          </pc:picChg>
          <pc:picChg chg="del">
            <ac:chgData name="Daniela Osorio C." userId="319d936b-4c97-4d05-ad2b-d02721bbec8f" providerId="ADAL" clId="{E8204165-5A88-7041-B173-F49F8E46C51D}" dt="2024-03-08T15:56:09.236" v="27" actId="478"/>
            <ac:picMkLst>
              <pc:docMk/>
              <pc:sldMasterMk cId="1693028746" sldId="2147483648"/>
              <pc:sldLayoutMk cId="1232603797" sldId="2147483653"/>
              <ac:picMk id="20" creationId="{CBAE267F-1329-438D-F8CA-EC5B36496E4E}"/>
            </ac:picMkLst>
          </pc:picChg>
        </pc:sldLayoutChg>
        <pc:sldLayoutChg chg="modSp mod setBg">
          <pc:chgData name="Daniela Osorio C." userId="319d936b-4c97-4d05-ad2b-d02721bbec8f" providerId="ADAL" clId="{E8204165-5A88-7041-B173-F49F8E46C51D}" dt="2024-03-08T15:59:08.198" v="48"/>
          <pc:sldLayoutMkLst>
            <pc:docMk/>
            <pc:sldMasterMk cId="1693028746" sldId="2147483648"/>
            <pc:sldLayoutMk cId="3557603587" sldId="2147483654"/>
          </pc:sldLayoutMkLst>
          <pc:spChg chg="mod">
            <ac:chgData name="Daniela Osorio C." userId="319d936b-4c97-4d05-ad2b-d02721bbec8f" providerId="ADAL" clId="{E8204165-5A88-7041-B173-F49F8E46C51D}" dt="2024-03-08T15:54:49.909" v="3" actId="207"/>
            <ac:spMkLst>
              <pc:docMk/>
              <pc:sldMasterMk cId="1693028746" sldId="2147483648"/>
              <pc:sldLayoutMk cId="3557603587" sldId="2147483654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E8204165-5A88-7041-B173-F49F8E46C51D}" dt="2024-03-08T15:54:52.942" v="4" actId="207"/>
            <ac:spMkLst>
              <pc:docMk/>
              <pc:sldMasterMk cId="1693028746" sldId="2147483648"/>
              <pc:sldLayoutMk cId="3557603587" sldId="2147483654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E8204165-5A88-7041-B173-F49F8E46C51D}" dt="2024-03-11T15:35:32.988" v="54"/>
          <pc:sldLayoutMkLst>
            <pc:docMk/>
            <pc:sldMasterMk cId="1693028746" sldId="2147483648"/>
            <pc:sldLayoutMk cId="787768259" sldId="2147483655"/>
          </pc:sldLayoutMkLst>
          <pc:spChg chg="mod">
            <ac:chgData name="Daniela Osorio C." userId="319d936b-4c97-4d05-ad2b-d02721bbec8f" providerId="ADAL" clId="{E8204165-5A88-7041-B173-F49F8E46C51D}" dt="2024-03-08T15:55:15.063" v="8" actId="207"/>
            <ac:spMkLst>
              <pc:docMk/>
              <pc:sldMasterMk cId="1693028746" sldId="2147483648"/>
              <pc:sldLayoutMk cId="787768259" sldId="2147483655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E8204165-5A88-7041-B173-F49F8E46C51D}" dt="2024-03-08T15:55:15.063" v="8" actId="207"/>
            <ac:spMkLst>
              <pc:docMk/>
              <pc:sldMasterMk cId="1693028746" sldId="2147483648"/>
              <pc:sldLayoutMk cId="787768259" sldId="2147483655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E8204165-5A88-7041-B173-F49F8E46C51D}" dt="2024-03-08T16:01:14.956" v="50"/>
          <pc:sldLayoutMkLst>
            <pc:docMk/>
            <pc:sldMasterMk cId="1693028746" sldId="2147483648"/>
            <pc:sldLayoutMk cId="2395459408" sldId="2147483656"/>
          </pc:sldLayoutMkLst>
          <pc:spChg chg="mod">
            <ac:chgData name="Daniela Osorio C." userId="319d936b-4c97-4d05-ad2b-d02721bbec8f" providerId="ADAL" clId="{E8204165-5A88-7041-B173-F49F8E46C51D}" dt="2024-03-08T15:55:06.013" v="6" actId="207"/>
            <ac:spMkLst>
              <pc:docMk/>
              <pc:sldMasterMk cId="1693028746" sldId="2147483648"/>
              <pc:sldLayoutMk cId="2395459408" sldId="2147483656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E8204165-5A88-7041-B173-F49F8E46C51D}" dt="2024-03-08T15:55:03.288" v="5" actId="207"/>
            <ac:spMkLst>
              <pc:docMk/>
              <pc:sldMasterMk cId="1693028746" sldId="2147483648"/>
              <pc:sldLayoutMk cId="2395459408" sldId="2147483656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E8204165-5A88-7041-B173-F49F8E46C51D}" dt="2024-03-11T15:33:47.252" v="52"/>
          <pc:sldLayoutMkLst>
            <pc:docMk/>
            <pc:sldMasterMk cId="1693028746" sldId="2147483648"/>
            <pc:sldLayoutMk cId="1558819832" sldId="2147483657"/>
          </pc:sldLayoutMkLst>
          <pc:spChg chg="mod">
            <ac:chgData name="Daniela Osorio C." userId="319d936b-4c97-4d05-ad2b-d02721bbec8f" providerId="ADAL" clId="{E8204165-5A88-7041-B173-F49F8E46C51D}" dt="2024-03-08T15:55:10.219" v="7" actId="207"/>
            <ac:spMkLst>
              <pc:docMk/>
              <pc:sldMasterMk cId="1693028746" sldId="2147483648"/>
              <pc:sldLayoutMk cId="1558819832" sldId="2147483657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E8204165-5A88-7041-B173-F49F8E46C51D}" dt="2024-03-08T15:55:10.219" v="7" actId="207"/>
            <ac:spMkLst>
              <pc:docMk/>
              <pc:sldMasterMk cId="1693028746" sldId="2147483648"/>
              <pc:sldLayoutMk cId="1558819832" sldId="2147483657"/>
              <ac:spMk id="12" creationId="{EF32CCDA-7D4E-CFAF-567E-53011A66186E}"/>
            </ac:spMkLst>
          </pc:spChg>
        </pc:sldLayoutChg>
      </pc:sldMasterChg>
    </pc:docChg>
  </pc:docChgLst>
  <pc:docChgLst>
    <pc:chgData name="Daniela Osorio C." userId="319d936b-4c97-4d05-ad2b-d02721bbec8f" providerId="ADAL" clId="{101E4E8F-6946-8443-AB48-7F4B968E300F}"/>
    <pc:docChg chg="undo custSel addSld delSld modSld modMainMaster">
      <pc:chgData name="Daniela Osorio C." userId="319d936b-4c97-4d05-ad2b-d02721bbec8f" providerId="ADAL" clId="{101E4E8F-6946-8443-AB48-7F4B968E300F}" dt="2024-03-08T15:09:48.162" v="204" actId="478"/>
      <pc:docMkLst>
        <pc:docMk/>
      </pc:docMkLst>
      <pc:sldChg chg="delSp del mod">
        <pc:chgData name="Daniela Osorio C." userId="319d936b-4c97-4d05-ad2b-d02721bbec8f" providerId="ADAL" clId="{101E4E8F-6946-8443-AB48-7F4B968E300F}" dt="2024-03-07T20:49:49.436" v="106" actId="2696"/>
        <pc:sldMkLst>
          <pc:docMk/>
          <pc:sldMk cId="2627523701" sldId="258"/>
        </pc:sldMkLst>
        <pc:spChg chg="del">
          <ac:chgData name="Daniela Osorio C." userId="319d936b-4c97-4d05-ad2b-d02721bbec8f" providerId="ADAL" clId="{101E4E8F-6946-8443-AB48-7F4B968E300F}" dt="2024-03-07T20:49:40.688" v="103" actId="478"/>
          <ac:spMkLst>
            <pc:docMk/>
            <pc:sldMk cId="2627523701" sldId="258"/>
            <ac:spMk id="2" creationId="{25EEA2D1-28D6-E498-DB1C-46A58530CCA1}"/>
          </ac:spMkLst>
        </pc:spChg>
        <pc:spChg chg="del">
          <ac:chgData name="Daniela Osorio C." userId="319d936b-4c97-4d05-ad2b-d02721bbec8f" providerId="ADAL" clId="{101E4E8F-6946-8443-AB48-7F4B968E300F}" dt="2024-03-07T20:49:37.661" v="102" actId="478"/>
          <ac:spMkLst>
            <pc:docMk/>
            <pc:sldMk cId="2627523701" sldId="258"/>
            <ac:spMk id="3" creationId="{8E46ACC2-F59F-B902-21FF-8AEE1DFAB558}"/>
          </ac:spMkLst>
        </pc:spChg>
      </pc:sldChg>
      <pc:sldChg chg="del">
        <pc:chgData name="Daniela Osorio C." userId="319d936b-4c97-4d05-ad2b-d02721bbec8f" providerId="ADAL" clId="{101E4E8F-6946-8443-AB48-7F4B968E300F}" dt="2024-03-08T14:59:07.789" v="169" actId="2696"/>
        <pc:sldMkLst>
          <pc:docMk/>
          <pc:sldMk cId="665396211" sldId="265"/>
        </pc:sldMkLst>
      </pc:sldChg>
      <pc:sldChg chg="del">
        <pc:chgData name="Daniela Osorio C." userId="319d936b-4c97-4d05-ad2b-d02721bbec8f" providerId="ADAL" clId="{101E4E8F-6946-8443-AB48-7F4B968E300F}" dt="2024-03-08T14:59:12.236" v="171" actId="2696"/>
        <pc:sldMkLst>
          <pc:docMk/>
          <pc:sldMk cId="3582569794" sldId="266"/>
        </pc:sldMkLst>
      </pc:sldChg>
      <pc:sldChg chg="new del">
        <pc:chgData name="Daniela Osorio C." userId="319d936b-4c97-4d05-ad2b-d02721bbec8f" providerId="ADAL" clId="{101E4E8F-6946-8443-AB48-7F4B968E300F}" dt="2024-03-07T20:49:50.646" v="107" actId="2696"/>
        <pc:sldMkLst>
          <pc:docMk/>
          <pc:sldMk cId="83904724" sldId="268"/>
        </pc:sldMkLst>
      </pc:sldChg>
      <pc:sldChg chg="addSp modSp new">
        <pc:chgData name="Daniela Osorio C." userId="319d936b-4c97-4d05-ad2b-d02721bbec8f" providerId="ADAL" clId="{101E4E8F-6946-8443-AB48-7F4B968E300F}" dt="2024-03-08T15:01:03.879" v="185" actId="767"/>
        <pc:sldMkLst>
          <pc:docMk/>
          <pc:sldMk cId="430418543" sldId="269"/>
        </pc:sldMkLst>
        <pc:spChg chg="add mod">
          <ac:chgData name="Daniela Osorio C." userId="319d936b-4c97-4d05-ad2b-d02721bbec8f" providerId="ADAL" clId="{101E4E8F-6946-8443-AB48-7F4B968E300F}" dt="2024-03-08T15:01:03.879" v="185" actId="767"/>
          <ac:spMkLst>
            <pc:docMk/>
            <pc:sldMk cId="430418543" sldId="269"/>
            <ac:spMk id="3" creationId="{B128AD5F-2BB2-772E-47B7-5A5F192D28F0}"/>
          </ac:spMkLst>
        </pc:spChg>
      </pc:sldChg>
      <pc:sldChg chg="new del">
        <pc:chgData name="Daniela Osorio C." userId="319d936b-4c97-4d05-ad2b-d02721bbec8f" providerId="ADAL" clId="{101E4E8F-6946-8443-AB48-7F4B968E300F}" dt="2024-03-07T20:50:15.240" v="124" actId="2696"/>
        <pc:sldMkLst>
          <pc:docMk/>
          <pc:sldMk cId="1631236252" sldId="270"/>
        </pc:sldMkLst>
      </pc:sldChg>
      <pc:sldChg chg="new">
        <pc:chgData name="Daniela Osorio C." userId="319d936b-4c97-4d05-ad2b-d02721bbec8f" providerId="ADAL" clId="{101E4E8F-6946-8443-AB48-7F4B968E300F}" dt="2024-03-08T14:59:04.567" v="168" actId="680"/>
        <pc:sldMkLst>
          <pc:docMk/>
          <pc:sldMk cId="1795622692" sldId="270"/>
        </pc:sldMkLst>
      </pc:sldChg>
      <pc:sldChg chg="new">
        <pc:chgData name="Daniela Osorio C." userId="319d936b-4c97-4d05-ad2b-d02721bbec8f" providerId="ADAL" clId="{101E4E8F-6946-8443-AB48-7F4B968E300F}" dt="2024-03-08T14:59:10.965" v="170" actId="680"/>
        <pc:sldMkLst>
          <pc:docMk/>
          <pc:sldMk cId="2640507694" sldId="271"/>
        </pc:sldMkLst>
      </pc:sldChg>
      <pc:sldChg chg="new del">
        <pc:chgData name="Daniela Osorio C." userId="319d936b-4c97-4d05-ad2b-d02721bbec8f" providerId="ADAL" clId="{101E4E8F-6946-8443-AB48-7F4B968E300F}" dt="2024-03-08T14:59:21.942" v="173" actId="2696"/>
        <pc:sldMkLst>
          <pc:docMk/>
          <pc:sldMk cId="308002292" sldId="272"/>
        </pc:sldMkLst>
      </pc:sldChg>
      <pc:sldMasterChg chg="modSldLayout sldLayoutOrd">
        <pc:chgData name="Daniela Osorio C." userId="319d936b-4c97-4d05-ad2b-d02721bbec8f" providerId="ADAL" clId="{101E4E8F-6946-8443-AB48-7F4B968E300F}" dt="2024-03-08T15:09:48.162" v="204" actId="478"/>
        <pc:sldMasterMkLst>
          <pc:docMk/>
          <pc:sldMasterMk cId="1693028746" sldId="2147483648"/>
        </pc:sldMasterMkLst>
        <pc:sldLayoutChg chg="addSp delSp modSp mod setBg">
          <pc:chgData name="Daniela Osorio C." userId="319d936b-4c97-4d05-ad2b-d02721bbec8f" providerId="ADAL" clId="{101E4E8F-6946-8443-AB48-7F4B968E300F}" dt="2024-03-08T15:09:48.162" v="204" actId="478"/>
          <pc:sldLayoutMkLst>
            <pc:docMk/>
            <pc:sldMasterMk cId="1693028746" sldId="2147483648"/>
            <pc:sldLayoutMk cId="2606120192" sldId="2147483649"/>
          </pc:sldLayoutMkLst>
          <pc:spChg chg="add del mod">
            <ac:chgData name="Daniela Osorio C." userId="319d936b-4c97-4d05-ad2b-d02721bbec8f" providerId="ADAL" clId="{101E4E8F-6946-8443-AB48-7F4B968E300F}" dt="2024-03-07T20:45:31.307" v="63" actId="478"/>
            <ac:spMkLst>
              <pc:docMk/>
              <pc:sldMasterMk cId="1693028746" sldId="2147483648"/>
              <pc:sldLayoutMk cId="2606120192" sldId="2147483649"/>
              <ac:spMk id="2" creationId="{09CA7AF9-7BFD-07D1-D77F-9B6D2487C1EB}"/>
            </ac:spMkLst>
          </pc:spChg>
          <pc:spChg chg="add del mod">
            <ac:chgData name="Daniela Osorio C." userId="319d936b-4c97-4d05-ad2b-d02721bbec8f" providerId="ADAL" clId="{101E4E8F-6946-8443-AB48-7F4B968E300F}" dt="2024-03-08T14:58:32.832" v="151" actId="478"/>
            <ac:spMkLst>
              <pc:docMk/>
              <pc:sldMasterMk cId="1693028746" sldId="2147483648"/>
              <pc:sldLayoutMk cId="2606120192" sldId="2147483649"/>
              <ac:spMk id="2" creationId="{11200017-4BB7-8F7E-9303-01D20A802ED3}"/>
            </ac:spMkLst>
          </pc:spChg>
          <pc:spChg chg="add del mod">
            <ac:chgData name="Daniela Osorio C." userId="319d936b-4c97-4d05-ad2b-d02721bbec8f" providerId="ADAL" clId="{101E4E8F-6946-8443-AB48-7F4B968E300F}" dt="2024-03-07T20:35:56.418" v="8" actId="478"/>
            <ac:spMkLst>
              <pc:docMk/>
              <pc:sldMasterMk cId="1693028746" sldId="2147483648"/>
              <pc:sldLayoutMk cId="2606120192" sldId="2147483649"/>
              <ac:spMk id="3" creationId="{7FE07522-CB3C-DFE6-ECDD-E8DC707C4597}"/>
            </ac:spMkLst>
          </pc:spChg>
          <pc:spChg chg="add del mod">
            <ac:chgData name="Daniela Osorio C." userId="319d936b-4c97-4d05-ad2b-d02721bbec8f" providerId="ADAL" clId="{101E4E8F-6946-8443-AB48-7F4B968E300F}" dt="2024-03-08T14:59:31.141" v="174" actId="478"/>
            <ac:spMkLst>
              <pc:docMk/>
              <pc:sldMasterMk cId="1693028746" sldId="2147483648"/>
              <pc:sldLayoutMk cId="2606120192" sldId="2147483649"/>
              <ac:spMk id="3" creationId="{9B15DE28-522A-08A7-230D-7B3DB3CC8F53}"/>
            </ac:spMkLst>
          </pc:spChg>
          <pc:spChg chg="add del mod">
            <ac:chgData name="Daniela Osorio C." userId="319d936b-4c97-4d05-ad2b-d02721bbec8f" providerId="ADAL" clId="{101E4E8F-6946-8443-AB48-7F4B968E300F}" dt="2024-03-08T15:01:11.272" v="186" actId="478"/>
            <ac:spMkLst>
              <pc:docMk/>
              <pc:sldMasterMk cId="1693028746" sldId="2147483648"/>
              <pc:sldLayoutMk cId="2606120192" sldId="2147483649"/>
              <ac:spMk id="4" creationId="{07C97E7F-887E-ABEF-4643-55E2E4D217A7}"/>
            </ac:spMkLst>
          </pc:spChg>
          <pc:spChg chg="add del mod">
            <ac:chgData name="Daniela Osorio C." userId="319d936b-4c97-4d05-ad2b-d02721bbec8f" providerId="ADAL" clId="{101E4E8F-6946-8443-AB48-7F4B968E300F}" dt="2024-03-07T20:35:55.237" v="6" actId="478"/>
            <ac:spMkLst>
              <pc:docMk/>
              <pc:sldMasterMk cId="1693028746" sldId="2147483648"/>
              <pc:sldLayoutMk cId="2606120192" sldId="2147483649"/>
              <ac:spMk id="4" creationId="{3311076F-F4A8-B866-9E98-A7EBCF68F4EA}"/>
            </ac:spMkLst>
          </pc:spChg>
          <pc:spChg chg="add mod">
            <ac:chgData name="Daniela Osorio C." userId="319d936b-4c97-4d05-ad2b-d02721bbec8f" providerId="ADAL" clId="{101E4E8F-6946-8443-AB48-7F4B968E300F}" dt="2024-03-07T20:50:39.727" v="129" actId="34135"/>
            <ac:spMkLst>
              <pc:docMk/>
              <pc:sldMasterMk cId="1693028746" sldId="2147483648"/>
              <pc:sldLayoutMk cId="2606120192" sldId="2147483649"/>
              <ac:spMk id="5" creationId="{EA07B88F-3442-88EF-4332-8188DAED77CC}"/>
            </ac:spMkLst>
          </pc:spChg>
          <pc:spChg chg="add mod">
            <ac:chgData name="Daniela Osorio C." userId="319d936b-4c97-4d05-ad2b-d02721bbec8f" providerId="ADAL" clId="{101E4E8F-6946-8443-AB48-7F4B968E300F}" dt="2024-03-07T20:49:15.423" v="98" actId="207"/>
            <ac:spMkLst>
              <pc:docMk/>
              <pc:sldMasterMk cId="1693028746" sldId="2147483648"/>
              <pc:sldLayoutMk cId="2606120192" sldId="2147483649"/>
              <ac:spMk id="6" creationId="{FC350248-3FB5-3C6F-8D72-BDEA02FE930A}"/>
            </ac:spMkLst>
          </pc:spChg>
          <pc:spChg chg="del">
            <ac:chgData name="Daniela Osorio C." userId="319d936b-4c97-4d05-ad2b-d02721bbec8f" providerId="ADAL" clId="{101E4E8F-6946-8443-AB48-7F4B968E300F}" dt="2024-03-07T20:36:31.182" v="18" actId="478"/>
            <ac:spMkLst>
              <pc:docMk/>
              <pc:sldMasterMk cId="1693028746" sldId="2147483648"/>
              <pc:sldLayoutMk cId="2606120192" sldId="2147483649"/>
              <ac:spMk id="9" creationId="{3816F564-B64A-4618-7592-2A6B8CEB9C41}"/>
            </ac:spMkLst>
          </pc:spChg>
          <pc:spChg chg="add mod">
            <ac:chgData name="Daniela Osorio C." userId="319d936b-4c97-4d05-ad2b-d02721bbec8f" providerId="ADAL" clId="{101E4E8F-6946-8443-AB48-7F4B968E300F}" dt="2024-03-08T15:01:18.527" v="188" actId="571"/>
            <ac:spMkLst>
              <pc:docMk/>
              <pc:sldMasterMk cId="1693028746" sldId="2147483648"/>
              <pc:sldLayoutMk cId="2606120192" sldId="2147483649"/>
              <ac:spMk id="9" creationId="{50529B01-E9A4-D7BE-AC46-8362F572B79B}"/>
            </ac:spMkLst>
          </pc:spChg>
          <pc:spChg chg="add del mod">
            <ac:chgData name="Daniela Osorio C." userId="319d936b-4c97-4d05-ad2b-d02721bbec8f" providerId="ADAL" clId="{101E4E8F-6946-8443-AB48-7F4B968E300F}" dt="2024-03-08T15:09:38.814" v="202" actId="478"/>
            <ac:spMkLst>
              <pc:docMk/>
              <pc:sldMasterMk cId="1693028746" sldId="2147483648"/>
              <pc:sldLayoutMk cId="2606120192" sldId="2147483649"/>
              <ac:spMk id="10" creationId="{B1C91428-3D90-A4E8-7199-72B6E52DE707}"/>
            </ac:spMkLst>
          </pc:spChg>
          <pc:spChg chg="del mod">
            <ac:chgData name="Daniela Osorio C." userId="319d936b-4c97-4d05-ad2b-d02721bbec8f" providerId="ADAL" clId="{101E4E8F-6946-8443-AB48-7F4B968E300F}" dt="2024-03-07T20:36:25.972" v="15" actId="478"/>
            <ac:spMkLst>
              <pc:docMk/>
              <pc:sldMasterMk cId="1693028746" sldId="2147483648"/>
              <pc:sldLayoutMk cId="2606120192" sldId="2147483649"/>
              <ac:spMk id="10" creationId="{E4945C69-40F3-B92B-A27A-B87A3D9731D7}"/>
            </ac:spMkLst>
          </pc:spChg>
          <pc:spChg chg="del">
            <ac:chgData name="Daniela Osorio C." userId="319d936b-4c97-4d05-ad2b-d02721bbec8f" providerId="ADAL" clId="{101E4E8F-6946-8443-AB48-7F4B968E300F}" dt="2024-03-07T20:36:33.443" v="20" actId="478"/>
            <ac:spMkLst>
              <pc:docMk/>
              <pc:sldMasterMk cId="1693028746" sldId="2147483648"/>
              <pc:sldLayoutMk cId="2606120192" sldId="2147483649"/>
              <ac:spMk id="12" creationId="{366F94F7-4E1E-FA90-A326-481A71619313}"/>
            </ac:spMkLst>
          </pc:spChg>
          <pc:spChg chg="add del mod">
            <ac:chgData name="Daniela Osorio C." userId="319d936b-4c97-4d05-ad2b-d02721bbec8f" providerId="ADAL" clId="{101E4E8F-6946-8443-AB48-7F4B968E300F}" dt="2024-03-08T15:09:48.162" v="204" actId="478"/>
            <ac:spMkLst>
              <pc:docMk/>
              <pc:sldMasterMk cId="1693028746" sldId="2147483648"/>
              <pc:sldLayoutMk cId="2606120192" sldId="2147483649"/>
              <ac:spMk id="12" creationId="{9C7A6C4C-8A4A-FFFF-DAEE-34F47C37A1C3}"/>
            </ac:spMkLst>
          </pc:spChg>
          <pc:spChg chg="add mod">
            <ac:chgData name="Daniela Osorio C." userId="319d936b-4c97-4d05-ad2b-d02721bbec8f" providerId="ADAL" clId="{101E4E8F-6946-8443-AB48-7F4B968E300F}" dt="2024-03-07T20:48:59.666" v="95" actId="1076"/>
            <ac:spMkLst>
              <pc:docMk/>
              <pc:sldMasterMk cId="1693028746" sldId="2147483648"/>
              <pc:sldLayoutMk cId="2606120192" sldId="2147483649"/>
              <ac:spMk id="13" creationId="{F586EB83-3340-7C71-15A1-A44304B30029}"/>
            </ac:spMkLst>
          </pc:spChg>
          <pc:spChg chg="add del mod">
            <ac:chgData name="Daniela Osorio C." userId="319d936b-4c97-4d05-ad2b-d02721bbec8f" providerId="ADAL" clId="{101E4E8F-6946-8443-AB48-7F4B968E300F}" dt="2024-03-07T20:39:12.744" v="55" actId="478"/>
            <ac:spMkLst>
              <pc:docMk/>
              <pc:sldMasterMk cId="1693028746" sldId="2147483648"/>
              <pc:sldLayoutMk cId="2606120192" sldId="2147483649"/>
              <ac:spMk id="14" creationId="{55042420-4ABE-2C02-80C6-0C983E051399}"/>
            </ac:spMkLst>
          </pc:spChg>
          <pc:spChg chg="add del mod">
            <ac:chgData name="Daniela Osorio C." userId="319d936b-4c97-4d05-ad2b-d02721bbec8f" providerId="ADAL" clId="{101E4E8F-6946-8443-AB48-7F4B968E300F}" dt="2024-03-08T14:58:13.207" v="145" actId="478"/>
            <ac:spMkLst>
              <pc:docMk/>
              <pc:sldMasterMk cId="1693028746" sldId="2147483648"/>
              <pc:sldLayoutMk cId="2606120192" sldId="2147483649"/>
              <ac:spMk id="15" creationId="{DE6CBF63-56A5-36ED-B5F1-BABD286EBE20}"/>
            </ac:spMkLst>
          </pc:spChg>
          <pc:spChg chg="del">
            <ac:chgData name="Daniela Osorio C." userId="319d936b-4c97-4d05-ad2b-d02721bbec8f" providerId="ADAL" clId="{101E4E8F-6946-8443-AB48-7F4B968E300F}" dt="2024-03-07T20:36:28.831" v="17" actId="478"/>
            <ac:spMkLst>
              <pc:docMk/>
              <pc:sldMasterMk cId="1693028746" sldId="2147483648"/>
              <pc:sldLayoutMk cId="2606120192" sldId="2147483649"/>
              <ac:spMk id="18" creationId="{5815C0CE-7454-7281-AD35-B75725BE0DCA}"/>
            </ac:spMkLst>
          </pc:spChg>
          <pc:spChg chg="del">
            <ac:chgData name="Daniela Osorio C." userId="319d936b-4c97-4d05-ad2b-d02721bbec8f" providerId="ADAL" clId="{101E4E8F-6946-8443-AB48-7F4B968E300F}" dt="2024-03-07T20:36:32.385" v="19" actId="478"/>
            <ac:spMkLst>
              <pc:docMk/>
              <pc:sldMasterMk cId="1693028746" sldId="2147483648"/>
              <pc:sldLayoutMk cId="2606120192" sldId="2147483649"/>
              <ac:spMk id="19" creationId="{46C5A25D-3B2A-B95A-98EE-13434CE2350E}"/>
            </ac:spMkLst>
          </pc:spChg>
          <pc:spChg chg="add mod">
            <ac:chgData name="Daniela Osorio C." userId="319d936b-4c97-4d05-ad2b-d02721bbec8f" providerId="ADAL" clId="{101E4E8F-6946-8443-AB48-7F4B968E300F}" dt="2024-03-07T20:50:35.847" v="128" actId="571"/>
            <ac:spMkLst>
              <pc:docMk/>
              <pc:sldMasterMk cId="1693028746" sldId="2147483648"/>
              <pc:sldLayoutMk cId="2606120192" sldId="2147483649"/>
              <ac:spMk id="24" creationId="{6A1A9ACA-EF50-5A29-C0EE-7B779A2AF467}"/>
            </ac:spMkLst>
          </pc:spChg>
          <pc:picChg chg="mod">
            <ac:chgData name="Daniela Osorio C." userId="319d936b-4c97-4d05-ad2b-d02721bbec8f" providerId="ADAL" clId="{101E4E8F-6946-8443-AB48-7F4B968E300F}" dt="2024-03-07T20:50:49.837" v="130" actId="1076"/>
            <ac:picMkLst>
              <pc:docMk/>
              <pc:sldMasterMk cId="1693028746" sldId="2147483648"/>
              <pc:sldLayoutMk cId="2606120192" sldId="2147483649"/>
              <ac:picMk id="8" creationId="{8B1A2DB8-9B24-4654-F33A-1376883E1479}"/>
            </ac:picMkLst>
          </pc:picChg>
          <pc:picChg chg="mod">
            <ac:chgData name="Daniela Osorio C." userId="319d936b-4c97-4d05-ad2b-d02721bbec8f" providerId="ADAL" clId="{101E4E8F-6946-8443-AB48-7F4B968E300F}" dt="2024-03-07T20:38:02.340" v="46" actId="12789"/>
            <ac:picMkLst>
              <pc:docMk/>
              <pc:sldMasterMk cId="1693028746" sldId="2147483648"/>
              <pc:sldLayoutMk cId="2606120192" sldId="2147483649"/>
              <ac:picMk id="11" creationId="{9057CAB5-419B-D16F-C185-A2D3C653D2A9}"/>
            </ac:picMkLst>
          </pc:picChg>
          <pc:picChg chg="add mod">
            <ac:chgData name="Daniela Osorio C." userId="319d936b-4c97-4d05-ad2b-d02721bbec8f" providerId="ADAL" clId="{101E4E8F-6946-8443-AB48-7F4B968E300F}" dt="2024-03-07T20:48:31.520" v="82" actId="571"/>
            <ac:picMkLst>
              <pc:docMk/>
              <pc:sldMasterMk cId="1693028746" sldId="2147483648"/>
              <pc:sldLayoutMk cId="2606120192" sldId="2147483649"/>
              <ac:picMk id="20" creationId="{E0C50A8D-8BAD-AD41-2CA3-A56DE0080039}"/>
            </ac:picMkLst>
          </pc:picChg>
          <pc:picChg chg="add mod">
            <ac:chgData name="Daniela Osorio C." userId="319d936b-4c97-4d05-ad2b-d02721bbec8f" providerId="ADAL" clId="{101E4E8F-6946-8443-AB48-7F4B968E300F}" dt="2024-03-07T20:48:46.303" v="92" actId="571"/>
            <ac:picMkLst>
              <pc:docMk/>
              <pc:sldMasterMk cId="1693028746" sldId="2147483648"/>
              <pc:sldLayoutMk cId="2606120192" sldId="2147483649"/>
              <ac:picMk id="21" creationId="{58A43E03-FCEB-C4BC-952A-2EF29627CEA1}"/>
            </ac:picMkLst>
          </pc:picChg>
          <pc:cxnChg chg="add mod">
            <ac:chgData name="Daniela Osorio C." userId="319d936b-4c97-4d05-ad2b-d02721bbec8f" providerId="ADAL" clId="{101E4E8F-6946-8443-AB48-7F4B968E300F}" dt="2024-03-07T20:49:27.074" v="101" actId="14100"/>
            <ac:cxnSpMkLst>
              <pc:docMk/>
              <pc:sldMasterMk cId="1693028746" sldId="2147483648"/>
              <pc:sldLayoutMk cId="2606120192" sldId="2147483649"/>
              <ac:cxnSpMk id="7" creationId="{FF0FCBE2-3DBD-0281-D2F5-F0C94CE8BC2D}"/>
            </ac:cxnSpMkLst>
          </pc:cxnChg>
          <pc:cxnChg chg="del">
            <ac:chgData name="Daniela Osorio C." userId="319d936b-4c97-4d05-ad2b-d02721bbec8f" providerId="ADAL" clId="{101E4E8F-6946-8443-AB48-7F4B968E300F}" dt="2024-03-07T20:36:26.693" v="16" actId="478"/>
            <ac:cxnSpMkLst>
              <pc:docMk/>
              <pc:sldMasterMk cId="1693028746" sldId="2147483648"/>
              <pc:sldLayoutMk cId="2606120192" sldId="2147483649"/>
              <ac:cxnSpMk id="16" creationId="{2964AD85-DED8-C9C1-CB5E-9D1B94BD0908}"/>
            </ac:cxnSpMkLst>
          </pc:cxnChg>
        </pc:sldLayoutChg>
        <pc:sldLayoutChg chg="modSp mod">
          <pc:chgData name="Daniela Osorio C." userId="319d936b-4c97-4d05-ad2b-d02721bbec8f" providerId="ADAL" clId="{101E4E8F-6946-8443-AB48-7F4B968E300F}" dt="2024-03-08T12:29:11.634" v="131" actId="1076"/>
          <pc:sldLayoutMkLst>
            <pc:docMk/>
            <pc:sldMasterMk cId="1693028746" sldId="2147483648"/>
            <pc:sldLayoutMk cId="3652869427" sldId="2147483651"/>
          </pc:sldLayoutMkLst>
          <pc:spChg chg="mod">
            <ac:chgData name="Daniela Osorio C." userId="319d936b-4c97-4d05-ad2b-d02721bbec8f" providerId="ADAL" clId="{101E4E8F-6946-8443-AB48-7F4B968E300F}" dt="2024-03-08T12:29:11.634" v="131" actId="1076"/>
            <ac:spMkLst>
              <pc:docMk/>
              <pc:sldMasterMk cId="1693028746" sldId="2147483648"/>
              <pc:sldLayoutMk cId="3652869427" sldId="2147483651"/>
              <ac:spMk id="2" creationId="{C97BCC7D-6F08-8B7A-0AE6-494B19B085FA}"/>
            </ac:spMkLst>
          </pc:spChg>
        </pc:sldLayoutChg>
        <pc:sldLayoutChg chg="modSp mod">
          <pc:chgData name="Daniela Osorio C." userId="319d936b-4c97-4d05-ad2b-d02721bbec8f" providerId="ADAL" clId="{101E4E8F-6946-8443-AB48-7F4B968E300F}" dt="2024-03-07T20:36:41.038" v="23" actId="1076"/>
          <pc:sldLayoutMkLst>
            <pc:docMk/>
            <pc:sldMasterMk cId="1693028746" sldId="2147483648"/>
            <pc:sldLayoutMk cId="1232603797" sldId="2147483653"/>
          </pc:sldLayoutMkLst>
          <pc:spChg chg="mod">
            <ac:chgData name="Daniela Osorio C." userId="319d936b-4c97-4d05-ad2b-d02721bbec8f" providerId="ADAL" clId="{101E4E8F-6946-8443-AB48-7F4B968E300F}" dt="2024-03-07T20:36:41.038" v="23" actId="1076"/>
            <ac:spMkLst>
              <pc:docMk/>
              <pc:sldMasterMk cId="1693028746" sldId="2147483648"/>
              <pc:sldLayoutMk cId="1232603797" sldId="2147483653"/>
              <ac:spMk id="2" creationId="{C97BCC7D-6F08-8B7A-0AE6-494B19B085FA}"/>
            </ac:spMkLst>
          </pc:spChg>
        </pc:sldLayoutChg>
        <pc:sldLayoutChg chg="setBg">
          <pc:chgData name="Daniela Osorio C." userId="319d936b-4c97-4d05-ad2b-d02721bbec8f" providerId="ADAL" clId="{101E4E8F-6946-8443-AB48-7F4B968E300F}" dt="2024-03-08T14:24:26.467" v="133"/>
          <pc:sldLayoutMkLst>
            <pc:docMk/>
            <pc:sldMasterMk cId="1693028746" sldId="2147483648"/>
            <pc:sldLayoutMk cId="3557603587" sldId="2147483654"/>
          </pc:sldLayoutMkLst>
        </pc:sldLayoutChg>
        <pc:sldLayoutChg chg="modSp mod setBg">
          <pc:chgData name="Daniela Osorio C." userId="319d936b-4c97-4d05-ad2b-d02721bbec8f" providerId="ADAL" clId="{101E4E8F-6946-8443-AB48-7F4B968E300F}" dt="2024-03-08T14:53:56.797" v="144" actId="20577"/>
          <pc:sldLayoutMkLst>
            <pc:docMk/>
            <pc:sldMasterMk cId="1693028746" sldId="2147483648"/>
            <pc:sldLayoutMk cId="787768259" sldId="2147483655"/>
          </pc:sldLayoutMkLst>
          <pc:spChg chg="mod">
            <ac:chgData name="Daniela Osorio C." userId="319d936b-4c97-4d05-ad2b-d02721bbec8f" providerId="ADAL" clId="{101E4E8F-6946-8443-AB48-7F4B968E300F}" dt="2024-03-08T14:53:56.797" v="144" actId="20577"/>
            <ac:spMkLst>
              <pc:docMk/>
              <pc:sldMasterMk cId="1693028746" sldId="2147483648"/>
              <pc:sldLayoutMk cId="787768259" sldId="2147483655"/>
              <ac:spMk id="11" creationId="{3A54758D-9CC7-9A21-A8E1-CD5CA7F3C268}"/>
            </ac:spMkLst>
          </pc:spChg>
        </pc:sldLayoutChg>
        <pc:sldLayoutChg chg="setBg">
          <pc:chgData name="Daniela Osorio C." userId="319d936b-4c97-4d05-ad2b-d02721bbec8f" providerId="ADAL" clId="{101E4E8F-6946-8443-AB48-7F4B968E300F}" dt="2024-03-08T14:31:38.575" v="135"/>
          <pc:sldLayoutMkLst>
            <pc:docMk/>
            <pc:sldMasterMk cId="1693028746" sldId="2147483648"/>
            <pc:sldLayoutMk cId="2395459408" sldId="2147483656"/>
          </pc:sldLayoutMkLst>
        </pc:sldLayoutChg>
        <pc:sldLayoutChg chg="modSp mod ord setBg">
          <pc:chgData name="Daniela Osorio C." userId="319d936b-4c97-4d05-ad2b-d02721bbec8f" providerId="ADAL" clId="{101E4E8F-6946-8443-AB48-7F4B968E300F}" dt="2024-03-08T14:53:54.053" v="142" actId="20577"/>
          <pc:sldLayoutMkLst>
            <pc:docMk/>
            <pc:sldMasterMk cId="1693028746" sldId="2147483648"/>
            <pc:sldLayoutMk cId="1558819832" sldId="2147483657"/>
          </pc:sldLayoutMkLst>
          <pc:spChg chg="mod">
            <ac:chgData name="Daniela Osorio C." userId="319d936b-4c97-4d05-ad2b-d02721bbec8f" providerId="ADAL" clId="{101E4E8F-6946-8443-AB48-7F4B968E300F}" dt="2024-03-08T14:53:54.053" v="142" actId="20577"/>
            <ac:spMkLst>
              <pc:docMk/>
              <pc:sldMasterMk cId="1693028746" sldId="2147483648"/>
              <pc:sldLayoutMk cId="1558819832" sldId="2147483657"/>
              <ac:spMk id="11" creationId="{3A54758D-9CC7-9A21-A8E1-CD5CA7F3C268}"/>
            </ac:spMkLst>
          </pc:spChg>
        </pc:sldLayoutChg>
      </pc:sldMasterChg>
    </pc:docChg>
  </pc:docChgLst>
  <pc:docChgLst>
    <pc:chgData name="Daniela Osorio C." userId="319d936b-4c97-4d05-ad2b-d02721bbec8f" providerId="ADAL" clId="{E34893D3-6180-814C-89CF-5179DA3135E4}"/>
    <pc:docChg chg="undo custSel modMainMaster">
      <pc:chgData name="Daniela Osorio C." userId="319d936b-4c97-4d05-ad2b-d02721bbec8f" providerId="ADAL" clId="{E34893D3-6180-814C-89CF-5179DA3135E4}" dt="2024-03-15T14:46:14.873" v="105"/>
      <pc:docMkLst>
        <pc:docMk/>
      </pc:docMkLst>
      <pc:sldMasterChg chg="modSldLayout">
        <pc:chgData name="Daniela Osorio C." userId="319d936b-4c97-4d05-ad2b-d02721bbec8f" providerId="ADAL" clId="{E34893D3-6180-814C-89CF-5179DA3135E4}" dt="2024-03-15T14:46:14.873" v="105"/>
        <pc:sldMasterMkLst>
          <pc:docMk/>
          <pc:sldMasterMk cId="1693028746" sldId="2147483648"/>
        </pc:sldMasterMkLst>
        <pc:sldLayoutChg chg="addSp delSp modSp mod setBg">
          <pc:chgData name="Daniela Osorio C." userId="319d936b-4c97-4d05-ad2b-d02721bbec8f" providerId="ADAL" clId="{E34893D3-6180-814C-89CF-5179DA3135E4}" dt="2024-03-15T13:55:32.004" v="44"/>
          <pc:sldLayoutMkLst>
            <pc:docMk/>
            <pc:sldMasterMk cId="1693028746" sldId="2147483648"/>
            <pc:sldLayoutMk cId="2606120192" sldId="2147483649"/>
          </pc:sldLayoutMkLst>
          <pc:spChg chg="mod">
            <ac:chgData name="Daniela Osorio C." userId="319d936b-4c97-4d05-ad2b-d02721bbec8f" providerId="ADAL" clId="{E34893D3-6180-814C-89CF-5179DA3135E4}" dt="2024-03-15T13:42:03.012" v="0" actId="207"/>
            <ac:spMkLst>
              <pc:docMk/>
              <pc:sldMasterMk cId="1693028746" sldId="2147483648"/>
              <pc:sldLayoutMk cId="2606120192" sldId="2147483649"/>
              <ac:spMk id="5" creationId="{EA07B88F-3442-88EF-4332-8188DAED77CC}"/>
            </ac:spMkLst>
          </pc:spChg>
          <pc:picChg chg="add del mod">
            <ac:chgData name="Daniela Osorio C." userId="319d936b-4c97-4d05-ad2b-d02721bbec8f" providerId="ADAL" clId="{E34893D3-6180-814C-89CF-5179DA3135E4}" dt="2024-03-15T13:44:38.948" v="40" actId="21"/>
            <ac:picMkLst>
              <pc:docMk/>
              <pc:sldMasterMk cId="1693028746" sldId="2147483648"/>
              <pc:sldLayoutMk cId="2606120192" sldId="2147483649"/>
              <ac:picMk id="2" creationId="{74599F4B-D1EB-3088-5ABF-90F722C7B8F5}"/>
            </ac:picMkLst>
          </pc:picChg>
          <pc:picChg chg="add mod">
            <ac:chgData name="Daniela Osorio C." userId="319d936b-4c97-4d05-ad2b-d02721bbec8f" providerId="ADAL" clId="{E34893D3-6180-814C-89CF-5179DA3135E4}" dt="2024-03-15T13:44:40.527" v="42"/>
            <ac:picMkLst>
              <pc:docMk/>
              <pc:sldMasterMk cId="1693028746" sldId="2147483648"/>
              <pc:sldLayoutMk cId="2606120192" sldId="2147483649"/>
              <ac:picMk id="3" creationId="{61A12591-91D6-657C-6C3C-E0E264F35539}"/>
            </ac:picMkLst>
          </pc:picChg>
          <pc:picChg chg="del">
            <ac:chgData name="Daniela Osorio C." userId="319d936b-4c97-4d05-ad2b-d02721bbec8f" providerId="ADAL" clId="{E34893D3-6180-814C-89CF-5179DA3135E4}" dt="2024-03-15T13:44:40.265" v="41" actId="478"/>
            <ac:picMkLst>
              <pc:docMk/>
              <pc:sldMasterMk cId="1693028746" sldId="2147483648"/>
              <pc:sldLayoutMk cId="2606120192" sldId="2147483649"/>
              <ac:picMk id="4" creationId="{742F942F-A859-8F5E-EC64-501C5C2715A5}"/>
            </ac:picMkLst>
          </pc:picChg>
        </pc:sldLayoutChg>
        <pc:sldLayoutChg chg="addSp delSp modSp mod">
          <pc:chgData name="Daniela Osorio C." userId="319d936b-4c97-4d05-ad2b-d02721bbec8f" providerId="ADAL" clId="{E34893D3-6180-814C-89CF-5179DA3135E4}" dt="2024-03-15T14:46:14.873" v="105"/>
          <pc:sldLayoutMkLst>
            <pc:docMk/>
            <pc:sldMasterMk cId="1693028746" sldId="2147483648"/>
            <pc:sldLayoutMk cId="4245125461" sldId="2147483650"/>
          </pc:sldLayoutMkLst>
          <pc:spChg chg="mod">
            <ac:chgData name="Daniela Osorio C." userId="319d936b-4c97-4d05-ad2b-d02721bbec8f" providerId="ADAL" clId="{E34893D3-6180-814C-89CF-5179DA3135E4}" dt="2024-03-15T13:42:41.313" v="11" actId="207"/>
            <ac:spMkLst>
              <pc:docMk/>
              <pc:sldMasterMk cId="1693028746" sldId="2147483648"/>
              <pc:sldLayoutMk cId="4245125461" sldId="2147483650"/>
              <ac:spMk id="8" creationId="{D4BF3825-8CDE-15D1-473C-F04253CD9789}"/>
            </ac:spMkLst>
          </pc:spChg>
          <pc:picChg chg="add del mod">
            <ac:chgData name="Daniela Osorio C." userId="319d936b-4c97-4d05-ad2b-d02721bbec8f" providerId="ADAL" clId="{E34893D3-6180-814C-89CF-5179DA3135E4}" dt="2024-03-15T14:46:13.064" v="103" actId="21"/>
            <ac:picMkLst>
              <pc:docMk/>
              <pc:sldMasterMk cId="1693028746" sldId="2147483648"/>
              <pc:sldLayoutMk cId="4245125461" sldId="2147483650"/>
              <ac:picMk id="2" creationId="{C755B46D-8602-73F8-D6CF-DAD83A4CBEEA}"/>
            </ac:picMkLst>
          </pc:picChg>
          <pc:picChg chg="del">
            <ac:chgData name="Daniela Osorio C." userId="319d936b-4c97-4d05-ad2b-d02721bbec8f" providerId="ADAL" clId="{E34893D3-6180-814C-89CF-5179DA3135E4}" dt="2024-03-15T14:46:14.445" v="104" actId="478"/>
            <ac:picMkLst>
              <pc:docMk/>
              <pc:sldMasterMk cId="1693028746" sldId="2147483648"/>
              <pc:sldLayoutMk cId="4245125461" sldId="2147483650"/>
              <ac:picMk id="3" creationId="{095DA7AA-50CC-BFDF-FC83-D23DB7396ABA}"/>
            </ac:picMkLst>
          </pc:picChg>
          <pc:picChg chg="add mod">
            <ac:chgData name="Daniela Osorio C." userId="319d936b-4c97-4d05-ad2b-d02721bbec8f" providerId="ADAL" clId="{E34893D3-6180-814C-89CF-5179DA3135E4}" dt="2024-03-15T14:46:14.873" v="105"/>
            <ac:picMkLst>
              <pc:docMk/>
              <pc:sldMasterMk cId="1693028746" sldId="2147483648"/>
              <pc:sldLayoutMk cId="4245125461" sldId="2147483650"/>
              <ac:picMk id="4" creationId="{4C0BA981-D2ED-A47F-F882-7C7C3B407C17}"/>
            </ac:picMkLst>
          </pc:picChg>
        </pc:sldLayoutChg>
        <pc:sldLayoutChg chg="addSp delSp modSp mod">
          <pc:chgData name="Daniela Osorio C." userId="319d936b-4c97-4d05-ad2b-d02721bbec8f" providerId="ADAL" clId="{E34893D3-6180-814C-89CF-5179DA3135E4}" dt="2024-03-15T14:43:07.006" v="74" actId="12789"/>
          <pc:sldLayoutMkLst>
            <pc:docMk/>
            <pc:sldMasterMk cId="1693028746" sldId="2147483648"/>
            <pc:sldLayoutMk cId="3652869427" sldId="2147483651"/>
          </pc:sldLayoutMkLst>
          <pc:spChg chg="mod">
            <ac:chgData name="Daniela Osorio C." userId="319d936b-4c97-4d05-ad2b-d02721bbec8f" providerId="ADAL" clId="{E34893D3-6180-814C-89CF-5179DA3135E4}" dt="2024-03-15T13:42:45.038" v="12" actId="207"/>
            <ac:spMkLst>
              <pc:docMk/>
              <pc:sldMasterMk cId="1693028746" sldId="2147483648"/>
              <pc:sldLayoutMk cId="3652869427" sldId="2147483651"/>
              <ac:spMk id="3" creationId="{989D0323-C2ED-C0E8-73FE-BEAB8CFEAEB8}"/>
            </ac:spMkLst>
          </pc:spChg>
          <pc:picChg chg="del">
            <ac:chgData name="Daniela Osorio C." userId="319d936b-4c97-4d05-ad2b-d02721bbec8f" providerId="ADAL" clId="{E34893D3-6180-814C-89CF-5179DA3135E4}" dt="2024-03-15T14:43:00.186" v="72" actId="478"/>
            <ac:picMkLst>
              <pc:docMk/>
              <pc:sldMasterMk cId="1693028746" sldId="2147483648"/>
              <pc:sldLayoutMk cId="3652869427" sldId="2147483651"/>
              <ac:picMk id="5" creationId="{DFA3C3F2-3755-9BD8-9640-604AB2195B6E}"/>
            </ac:picMkLst>
          </pc:picChg>
          <pc:picChg chg="add del mod">
            <ac:chgData name="Daniela Osorio C." userId="319d936b-4c97-4d05-ad2b-d02721bbec8f" providerId="ADAL" clId="{E34893D3-6180-814C-89CF-5179DA3135E4}" dt="2024-03-15T14:42:58.161" v="71" actId="21"/>
            <ac:picMkLst>
              <pc:docMk/>
              <pc:sldMasterMk cId="1693028746" sldId="2147483648"/>
              <pc:sldLayoutMk cId="3652869427" sldId="2147483651"/>
              <ac:picMk id="9" creationId="{2942A0A8-437A-9EFA-C60B-6F36C5E2B823}"/>
            </ac:picMkLst>
          </pc:picChg>
          <pc:picChg chg="add mod">
            <ac:chgData name="Daniela Osorio C." userId="319d936b-4c97-4d05-ad2b-d02721bbec8f" providerId="ADAL" clId="{E34893D3-6180-814C-89CF-5179DA3135E4}" dt="2024-03-15T14:43:07.006" v="74" actId="12789"/>
            <ac:picMkLst>
              <pc:docMk/>
              <pc:sldMasterMk cId="1693028746" sldId="2147483648"/>
              <pc:sldLayoutMk cId="3652869427" sldId="2147483651"/>
              <ac:picMk id="10" creationId="{4506DCC7-0663-88BB-EF7C-AB0097FE2886}"/>
            </ac:picMkLst>
          </pc:picChg>
        </pc:sldLayoutChg>
        <pc:sldLayoutChg chg="addSp delSp modSp mod">
          <pc:chgData name="Daniela Osorio C." userId="319d936b-4c97-4d05-ad2b-d02721bbec8f" providerId="ADAL" clId="{E34893D3-6180-814C-89CF-5179DA3135E4}" dt="2024-03-15T14:43:19.541" v="79"/>
          <pc:sldLayoutMkLst>
            <pc:docMk/>
            <pc:sldMasterMk cId="1693028746" sldId="2147483648"/>
            <pc:sldLayoutMk cId="1232603797" sldId="2147483653"/>
          </pc:sldLayoutMkLst>
          <pc:spChg chg="mod">
            <ac:chgData name="Daniela Osorio C." userId="319d936b-4c97-4d05-ad2b-d02721bbec8f" providerId="ADAL" clId="{E34893D3-6180-814C-89CF-5179DA3135E4}" dt="2024-03-15T13:42:51.085" v="13" actId="207"/>
            <ac:spMkLst>
              <pc:docMk/>
              <pc:sldMasterMk cId="1693028746" sldId="2147483648"/>
              <pc:sldLayoutMk cId="1232603797" sldId="2147483653"/>
              <ac:spMk id="6" creationId="{7CFD1A2D-962B-1B2F-8EFE-116133732487}"/>
            </ac:spMkLst>
          </pc:spChg>
          <pc:spChg chg="mod">
            <ac:chgData name="Daniela Osorio C." userId="319d936b-4c97-4d05-ad2b-d02721bbec8f" providerId="ADAL" clId="{E34893D3-6180-814C-89CF-5179DA3135E4}" dt="2024-03-15T13:42:52.980" v="14" actId="207"/>
            <ac:spMkLst>
              <pc:docMk/>
              <pc:sldMasterMk cId="1693028746" sldId="2147483648"/>
              <pc:sldLayoutMk cId="1232603797" sldId="2147483653"/>
              <ac:spMk id="17" creationId="{C0D8A9F2-7C34-CC0C-4A65-766C6591434E}"/>
            </ac:spMkLst>
          </pc:spChg>
          <pc:picChg chg="add del mod">
            <ac:chgData name="Daniela Osorio C." userId="319d936b-4c97-4d05-ad2b-d02721bbec8f" providerId="ADAL" clId="{E34893D3-6180-814C-89CF-5179DA3135E4}" dt="2024-03-15T14:43:17.799" v="77" actId="21"/>
            <ac:picMkLst>
              <pc:docMk/>
              <pc:sldMasterMk cId="1693028746" sldId="2147483648"/>
              <pc:sldLayoutMk cId="1232603797" sldId="2147483653"/>
              <ac:picMk id="5" creationId="{A731E1C4-E746-82B1-041A-FBD6818C4DBB}"/>
            </ac:picMkLst>
          </pc:picChg>
          <pc:picChg chg="del">
            <ac:chgData name="Daniela Osorio C." userId="319d936b-4c97-4d05-ad2b-d02721bbec8f" providerId="ADAL" clId="{E34893D3-6180-814C-89CF-5179DA3135E4}" dt="2024-03-15T14:43:18.926" v="78" actId="478"/>
            <ac:picMkLst>
              <pc:docMk/>
              <pc:sldMasterMk cId="1693028746" sldId="2147483648"/>
              <pc:sldLayoutMk cId="1232603797" sldId="2147483653"/>
              <ac:picMk id="9" creationId="{DFDD4C65-CEFB-09B5-8FC8-4A1550C94AA4}"/>
            </ac:picMkLst>
          </pc:picChg>
          <pc:picChg chg="add mod">
            <ac:chgData name="Daniela Osorio C." userId="319d936b-4c97-4d05-ad2b-d02721bbec8f" providerId="ADAL" clId="{E34893D3-6180-814C-89CF-5179DA3135E4}" dt="2024-03-15T14:43:19.541" v="79"/>
            <ac:picMkLst>
              <pc:docMk/>
              <pc:sldMasterMk cId="1693028746" sldId="2147483648"/>
              <pc:sldLayoutMk cId="1232603797" sldId="2147483653"/>
              <ac:picMk id="10" creationId="{7364F9B6-661D-6260-D937-4737ACFD530A}"/>
            </ac:picMkLst>
          </pc:picChg>
        </pc:sldLayoutChg>
        <pc:sldLayoutChg chg="modSp mod setBg">
          <pc:chgData name="Daniela Osorio C." userId="319d936b-4c97-4d05-ad2b-d02721bbec8f" providerId="ADAL" clId="{E34893D3-6180-814C-89CF-5179DA3135E4}" dt="2024-03-15T14:02:44.345" v="46"/>
          <pc:sldLayoutMkLst>
            <pc:docMk/>
            <pc:sldMasterMk cId="1693028746" sldId="2147483648"/>
            <pc:sldLayoutMk cId="3557603587" sldId="2147483654"/>
          </pc:sldLayoutMkLst>
          <pc:spChg chg="mod">
            <ac:chgData name="Daniela Osorio C." userId="319d936b-4c97-4d05-ad2b-d02721bbec8f" providerId="ADAL" clId="{E34893D3-6180-814C-89CF-5179DA3135E4}" dt="2024-03-15T13:42:14.198" v="2" actId="207"/>
            <ac:spMkLst>
              <pc:docMk/>
              <pc:sldMasterMk cId="1693028746" sldId="2147483648"/>
              <pc:sldLayoutMk cId="3557603587" sldId="2147483654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E34893D3-6180-814C-89CF-5179DA3135E4}" dt="2024-03-15T13:42:11.688" v="1" actId="207"/>
            <ac:spMkLst>
              <pc:docMk/>
              <pc:sldMasterMk cId="1693028746" sldId="2147483648"/>
              <pc:sldLayoutMk cId="3557603587" sldId="2147483654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E34893D3-6180-814C-89CF-5179DA3135E4}" dt="2024-03-15T14:40:29.076" v="52"/>
          <pc:sldLayoutMkLst>
            <pc:docMk/>
            <pc:sldMasterMk cId="1693028746" sldId="2147483648"/>
            <pc:sldLayoutMk cId="787768259" sldId="2147483655"/>
          </pc:sldLayoutMkLst>
          <pc:spChg chg="mod">
            <ac:chgData name="Daniela Osorio C." userId="319d936b-4c97-4d05-ad2b-d02721bbec8f" providerId="ADAL" clId="{E34893D3-6180-814C-89CF-5179DA3135E4}" dt="2024-03-15T13:42:35.534" v="8" actId="207"/>
            <ac:spMkLst>
              <pc:docMk/>
              <pc:sldMasterMk cId="1693028746" sldId="2147483648"/>
              <pc:sldLayoutMk cId="787768259" sldId="2147483655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E34893D3-6180-814C-89CF-5179DA3135E4}" dt="2024-03-15T13:42:33.542" v="7" actId="207"/>
            <ac:spMkLst>
              <pc:docMk/>
              <pc:sldMasterMk cId="1693028746" sldId="2147483648"/>
              <pc:sldLayoutMk cId="787768259" sldId="2147483655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E34893D3-6180-814C-89CF-5179DA3135E4}" dt="2024-03-15T14:04:46.016" v="48"/>
          <pc:sldLayoutMkLst>
            <pc:docMk/>
            <pc:sldMasterMk cId="1693028746" sldId="2147483648"/>
            <pc:sldLayoutMk cId="2395459408" sldId="2147483656"/>
          </pc:sldLayoutMkLst>
          <pc:spChg chg="mod">
            <ac:chgData name="Daniela Osorio C." userId="319d936b-4c97-4d05-ad2b-d02721bbec8f" providerId="ADAL" clId="{E34893D3-6180-814C-89CF-5179DA3135E4}" dt="2024-03-15T13:42:23.395" v="4" actId="207"/>
            <ac:spMkLst>
              <pc:docMk/>
              <pc:sldMasterMk cId="1693028746" sldId="2147483648"/>
              <pc:sldLayoutMk cId="2395459408" sldId="2147483656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E34893D3-6180-814C-89CF-5179DA3135E4}" dt="2024-03-15T13:42:21.185" v="3" actId="207"/>
            <ac:spMkLst>
              <pc:docMk/>
              <pc:sldMasterMk cId="1693028746" sldId="2147483648"/>
              <pc:sldLayoutMk cId="2395459408" sldId="2147483656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E34893D3-6180-814C-89CF-5179DA3135E4}" dt="2024-03-15T14:38:14.924" v="50"/>
          <pc:sldLayoutMkLst>
            <pc:docMk/>
            <pc:sldMasterMk cId="1693028746" sldId="2147483648"/>
            <pc:sldLayoutMk cId="1558819832" sldId="2147483657"/>
          </pc:sldLayoutMkLst>
          <pc:spChg chg="mod">
            <ac:chgData name="Daniela Osorio C." userId="319d936b-4c97-4d05-ad2b-d02721bbec8f" providerId="ADAL" clId="{E34893D3-6180-814C-89CF-5179DA3135E4}" dt="2024-03-15T13:42:29.308" v="6" actId="207"/>
            <ac:spMkLst>
              <pc:docMk/>
              <pc:sldMasterMk cId="1693028746" sldId="2147483648"/>
              <pc:sldLayoutMk cId="1558819832" sldId="2147483657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E34893D3-6180-814C-89CF-5179DA3135E4}" dt="2024-03-15T13:42:27.348" v="5" actId="207"/>
            <ac:spMkLst>
              <pc:docMk/>
              <pc:sldMasterMk cId="1693028746" sldId="2147483648"/>
              <pc:sldLayoutMk cId="1558819832" sldId="2147483657"/>
              <ac:spMk id="12" creationId="{EF32CCDA-7D4E-CFAF-567E-53011A66186E}"/>
            </ac:spMkLst>
          </pc:spChg>
        </pc:sldLayoutChg>
      </pc:sldMasterChg>
    </pc:docChg>
  </pc:docChgLst>
  <pc:docChgLst>
    <pc:chgData name="Daniela Osorio C." userId="319d936b-4c97-4d05-ad2b-d02721bbec8f" providerId="ADAL" clId="{A0193592-CBE4-2B46-934A-D3A5964A7937}"/>
    <pc:docChg chg="custSel modMainMaster">
      <pc:chgData name="Daniela Osorio C." userId="319d936b-4c97-4d05-ad2b-d02721bbec8f" providerId="ADAL" clId="{A0193592-CBE4-2B46-934A-D3A5964A7937}" dt="2024-03-07T20:26:14.740" v="5"/>
      <pc:docMkLst>
        <pc:docMk/>
      </pc:docMkLst>
      <pc:sldMasterChg chg="modSldLayout">
        <pc:chgData name="Daniela Osorio C." userId="319d936b-4c97-4d05-ad2b-d02721bbec8f" providerId="ADAL" clId="{A0193592-CBE4-2B46-934A-D3A5964A7937}" dt="2024-03-07T20:26:14.740" v="5"/>
        <pc:sldMasterMkLst>
          <pc:docMk/>
          <pc:sldMasterMk cId="1693028746" sldId="2147483648"/>
        </pc:sldMasterMkLst>
        <pc:sldLayoutChg chg="addSp delSp modSp mod setBg">
          <pc:chgData name="Daniela Osorio C." userId="319d936b-4c97-4d05-ad2b-d02721bbec8f" providerId="ADAL" clId="{A0193592-CBE4-2B46-934A-D3A5964A7937}" dt="2024-03-07T20:26:14.740" v="5"/>
          <pc:sldLayoutMkLst>
            <pc:docMk/>
            <pc:sldMasterMk cId="1693028746" sldId="2147483648"/>
            <pc:sldLayoutMk cId="2606120192" sldId="2147483649"/>
          </pc:sldLayoutMkLst>
          <pc:picChg chg="add mod">
            <ac:chgData name="Daniela Osorio C." userId="319d936b-4c97-4d05-ad2b-d02721bbec8f" providerId="ADAL" clId="{A0193592-CBE4-2B46-934A-D3A5964A7937}" dt="2024-03-07T20:26:00.184" v="1" actId="571"/>
            <ac:picMkLst>
              <pc:docMk/>
              <pc:sldMasterMk cId="1693028746" sldId="2147483648"/>
              <pc:sldLayoutMk cId="2606120192" sldId="2147483649"/>
              <ac:picMk id="2" creationId="{C4F4C52A-ECA1-BABB-E35B-83CE9779B6E8}"/>
            </ac:picMkLst>
          </pc:picChg>
          <pc:picChg chg="del">
            <ac:chgData name="Daniela Osorio C." userId="319d936b-4c97-4d05-ad2b-d02721bbec8f" providerId="ADAL" clId="{A0193592-CBE4-2B46-934A-D3A5964A7937}" dt="2024-03-07T20:26:03.836" v="2" actId="478"/>
            <ac:picMkLst>
              <pc:docMk/>
              <pc:sldMasterMk cId="1693028746" sldId="2147483648"/>
              <pc:sldLayoutMk cId="2606120192" sldId="2147483649"/>
              <ac:picMk id="7" creationId="{A9D18049-2E2E-CD91-B29D-C17460669583}"/>
            </ac:picMkLst>
          </pc:pic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emf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rincip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9057CAB5-419B-D16F-C185-A2D3C653D2A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859053" y="1796807"/>
            <a:ext cx="70965" cy="3264387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A07B88F-3442-88EF-4332-8188DAED77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944993" y="616688"/>
            <a:ext cx="5674686" cy="56671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C350248-3FB5-3C6F-8D72-BDEA02FE930A}"/>
              </a:ext>
            </a:extLst>
          </p:cNvPr>
          <p:cNvSpPr/>
          <p:nvPr userDrawn="1"/>
        </p:nvSpPr>
        <p:spPr>
          <a:xfrm>
            <a:off x="6398549" y="2788646"/>
            <a:ext cx="294796" cy="2947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1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FF0FCBE2-3DBD-0281-D2F5-F0C94CE8BC2D}"/>
              </a:ext>
            </a:extLst>
          </p:cNvPr>
          <p:cNvCxnSpPr>
            <a:cxnSpLocks/>
          </p:cNvCxnSpPr>
          <p:nvPr userDrawn="1"/>
        </p:nvCxnSpPr>
        <p:spPr>
          <a:xfrm>
            <a:off x="6996223" y="4106486"/>
            <a:ext cx="411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título 1">
            <a:extLst>
              <a:ext uri="{FF2B5EF4-FFF2-40B4-BE49-F238E27FC236}">
                <a16:creationId xmlns:a16="http://schemas.microsoft.com/office/drawing/2014/main" id="{F586EB83-3340-7C71-15A1-A44304B300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15809" y="2601411"/>
            <a:ext cx="4377817" cy="13060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Holder 3">
            <a:extLst>
              <a:ext uri="{FF2B5EF4-FFF2-40B4-BE49-F238E27FC236}">
                <a16:creationId xmlns:a16="http://schemas.microsoft.com/office/drawing/2014/main" id="{3F9325FC-E030-BCB8-203E-374A8BE898B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937285" y="4305507"/>
            <a:ext cx="4356341" cy="614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52E45F7-DBA7-0067-88AC-2B33C1A8CB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168812" y="1206961"/>
            <a:ext cx="3375906" cy="54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120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 dirty="0"/>
              <a:t>01</a:t>
            </a:r>
            <a:endParaRPr lang="es-CL" sz="8000" dirty="0"/>
          </a:p>
        </p:txBody>
      </p:sp>
    </p:spTree>
    <p:extLst>
      <p:ext uri="{BB962C8B-B14F-4D97-AF65-F5344CB8AC3E}">
        <p14:creationId xmlns:p14="http://schemas.microsoft.com/office/powerpoint/2010/main" val="3557603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 dirty="0"/>
              <a:t>02</a:t>
            </a:r>
            <a:endParaRPr lang="es-CL" sz="8000" dirty="0"/>
          </a:p>
        </p:txBody>
      </p:sp>
    </p:spTree>
    <p:extLst>
      <p:ext uri="{BB962C8B-B14F-4D97-AF65-F5344CB8AC3E}">
        <p14:creationId xmlns:p14="http://schemas.microsoft.com/office/powerpoint/2010/main" val="2395459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 dirty="0"/>
              <a:t>03</a:t>
            </a:r>
            <a:endParaRPr lang="es-CL" sz="8000" dirty="0"/>
          </a:p>
        </p:txBody>
      </p:sp>
    </p:spTree>
    <p:extLst>
      <p:ext uri="{BB962C8B-B14F-4D97-AF65-F5344CB8AC3E}">
        <p14:creationId xmlns:p14="http://schemas.microsoft.com/office/powerpoint/2010/main" val="1558819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/>
              <a:t>04</a:t>
            </a:r>
            <a:endParaRPr lang="es-CL" sz="8000" dirty="0"/>
          </a:p>
        </p:txBody>
      </p:sp>
    </p:spTree>
    <p:extLst>
      <p:ext uri="{BB962C8B-B14F-4D97-AF65-F5344CB8AC3E}">
        <p14:creationId xmlns:p14="http://schemas.microsoft.com/office/powerpoint/2010/main" val="787768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26">
            <a:extLst>
              <a:ext uri="{FF2B5EF4-FFF2-40B4-BE49-F238E27FC236}">
                <a16:creationId xmlns:a16="http://schemas.microsoft.com/office/drawing/2014/main" id="{3387B960-FFF9-CB57-ACA9-C9E1213259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4685" y="551041"/>
            <a:ext cx="4916775" cy="469685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MODIFICAR TITULO</a:t>
            </a:r>
            <a:endParaRPr lang="es-CL" dirty="0"/>
          </a:p>
        </p:txBody>
      </p:sp>
      <p:sp>
        <p:nvSpPr>
          <p:cNvPr id="7" name="Marcador de texto 3">
            <a:extLst>
              <a:ext uri="{FF2B5EF4-FFF2-40B4-BE49-F238E27FC236}">
                <a16:creationId xmlns:a16="http://schemas.microsoft.com/office/drawing/2014/main" id="{149A11D1-EAA1-0BB7-CFE5-9056CB346D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715" y="1137571"/>
            <a:ext cx="4930746" cy="553006"/>
          </a:xfrm>
        </p:spPr>
        <p:txBody>
          <a:bodyPr>
            <a:normAutofit/>
          </a:bodyPr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Haz clic para modificar o eliminar bajada</a:t>
            </a:r>
          </a:p>
          <a:p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4BF3825-8CDE-15D1-473C-F04253CD9789}"/>
              </a:ext>
            </a:extLst>
          </p:cNvPr>
          <p:cNvSpPr/>
          <p:nvPr userDrawn="1"/>
        </p:nvSpPr>
        <p:spPr>
          <a:xfrm>
            <a:off x="0" y="0"/>
            <a:ext cx="552893" cy="552893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DBF54666-A2EC-90FE-7052-73357A52AE9A}"/>
              </a:ext>
            </a:extLst>
          </p:cNvPr>
          <p:cNvGrpSpPr/>
          <p:nvPr userDrawn="1"/>
        </p:nvGrpSpPr>
        <p:grpSpPr>
          <a:xfrm>
            <a:off x="10559057" y="6273209"/>
            <a:ext cx="1405082" cy="320986"/>
            <a:chOff x="8941676" y="5879067"/>
            <a:chExt cx="2618425" cy="598170"/>
          </a:xfrm>
        </p:grpSpPr>
        <p:sp>
          <p:nvSpPr>
            <p:cNvPr id="9" name="object 2">
              <a:extLst>
                <a:ext uri="{FF2B5EF4-FFF2-40B4-BE49-F238E27FC236}">
                  <a16:creationId xmlns:a16="http://schemas.microsoft.com/office/drawing/2014/main" id="{371A0572-EF4B-CA79-4539-AA0A2E4CD964}"/>
                </a:ext>
              </a:extLst>
            </p:cNvPr>
            <p:cNvSpPr/>
            <p:nvPr userDrawn="1"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" name="object 3">
              <a:extLst>
                <a:ext uri="{FF2B5EF4-FFF2-40B4-BE49-F238E27FC236}">
                  <a16:creationId xmlns:a16="http://schemas.microsoft.com/office/drawing/2014/main" id="{1BA993DD-B802-B0F6-BB6C-691D8C644DF2}"/>
                </a:ext>
              </a:extLst>
            </p:cNvPr>
            <p:cNvSpPr/>
            <p:nvPr userDrawn="1"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1" name="object 4">
              <a:extLst>
                <a:ext uri="{FF2B5EF4-FFF2-40B4-BE49-F238E27FC236}">
                  <a16:creationId xmlns:a16="http://schemas.microsoft.com/office/drawing/2014/main" id="{C3421982-2587-852B-E105-195C0E7D9D9F}"/>
                </a:ext>
              </a:extLst>
            </p:cNvPr>
            <p:cNvGrpSpPr/>
            <p:nvPr userDrawn="1"/>
          </p:nvGrpSpPr>
          <p:grpSpPr>
            <a:xfrm>
              <a:off x="11114331" y="5879067"/>
              <a:ext cx="445770" cy="598170"/>
              <a:chOff x="18406074" y="10234089"/>
              <a:chExt cx="445770" cy="598170"/>
            </a:xfrm>
          </p:grpSpPr>
          <p:sp>
            <p:nvSpPr>
              <p:cNvPr id="12" name="object 5">
                <a:extLst>
                  <a:ext uri="{FF2B5EF4-FFF2-40B4-BE49-F238E27FC236}">
                    <a16:creationId xmlns:a16="http://schemas.microsoft.com/office/drawing/2014/main" id="{7422255E-C44F-6988-4785-AAC71FA19F3B}"/>
                  </a:ext>
                </a:extLst>
              </p:cNvPr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3" name="object 6">
                <a:extLst>
                  <a:ext uri="{FF2B5EF4-FFF2-40B4-BE49-F238E27FC236}">
                    <a16:creationId xmlns:a16="http://schemas.microsoft.com/office/drawing/2014/main" id="{C9735AE4-9BC0-BA7F-18A3-3B4538726A97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</p:spPr>
          </p:pic>
        </p:grp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0B8A2F42-00CA-3BF5-D8D0-4B68FE7E88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5400000">
            <a:off x="2714468" y="4342374"/>
            <a:ext cx="119408" cy="423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125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97BCC7D-6F08-8B7A-0AE6-494B19B085FA}"/>
              </a:ext>
            </a:extLst>
          </p:cNvPr>
          <p:cNvSpPr/>
          <p:nvPr userDrawn="1"/>
        </p:nvSpPr>
        <p:spPr>
          <a:xfrm>
            <a:off x="0" y="0"/>
            <a:ext cx="4459705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9D0323-C2ED-C0E8-73FE-BEAB8CFEAEB8}"/>
              </a:ext>
            </a:extLst>
          </p:cNvPr>
          <p:cNvSpPr/>
          <p:nvPr userDrawn="1"/>
        </p:nvSpPr>
        <p:spPr>
          <a:xfrm>
            <a:off x="970947" y="900877"/>
            <a:ext cx="3748474" cy="5056245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3A500616-0E5D-9D67-2AD4-83DFD6FEB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 flipV="1">
            <a:off x="10929134" y="3487483"/>
            <a:ext cx="2392160" cy="133572"/>
          </a:xfrm>
          <a:prstGeom prst="rect">
            <a:avLst/>
          </a:prstGeom>
        </p:spPr>
      </p:pic>
      <p:sp>
        <p:nvSpPr>
          <p:cNvPr id="15" name="Marcador de título 1">
            <a:extLst>
              <a:ext uri="{FF2B5EF4-FFF2-40B4-BE49-F238E27FC236}">
                <a16:creationId xmlns:a16="http://schemas.microsoft.com/office/drawing/2014/main" id="{F57429FB-BAB3-46DE-9370-D3C110C65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77466" y="2219158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4F8D0BB2-7009-A53E-830B-0224847CA3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77466" y="4008906"/>
            <a:ext cx="2805775" cy="746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MX" dirty="0"/>
              <a:t>Haz clic para modificar bajada</a:t>
            </a:r>
            <a:endParaRPr lang="es-CL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30600BA2-FE25-D617-556A-284E126C4526}"/>
              </a:ext>
            </a:extLst>
          </p:cNvPr>
          <p:cNvGrpSpPr/>
          <p:nvPr userDrawn="1"/>
        </p:nvGrpSpPr>
        <p:grpSpPr>
          <a:xfrm>
            <a:off x="10559057" y="6273209"/>
            <a:ext cx="1405082" cy="320986"/>
            <a:chOff x="8941676" y="5879067"/>
            <a:chExt cx="2618425" cy="598170"/>
          </a:xfrm>
        </p:grpSpPr>
        <p:sp>
          <p:nvSpPr>
            <p:cNvPr id="7" name="object 2">
              <a:extLst>
                <a:ext uri="{FF2B5EF4-FFF2-40B4-BE49-F238E27FC236}">
                  <a16:creationId xmlns:a16="http://schemas.microsoft.com/office/drawing/2014/main" id="{214DF2C4-F04D-3C80-781C-59FD036C679C}"/>
                </a:ext>
              </a:extLst>
            </p:cNvPr>
            <p:cNvSpPr/>
            <p:nvPr userDrawn="1"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3">
              <a:extLst>
                <a:ext uri="{FF2B5EF4-FFF2-40B4-BE49-F238E27FC236}">
                  <a16:creationId xmlns:a16="http://schemas.microsoft.com/office/drawing/2014/main" id="{6664B434-EC06-B2A1-112A-CFBBD91843D1}"/>
                </a:ext>
              </a:extLst>
            </p:cNvPr>
            <p:cNvSpPr/>
            <p:nvPr userDrawn="1"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7" name="object 4">
              <a:extLst>
                <a:ext uri="{FF2B5EF4-FFF2-40B4-BE49-F238E27FC236}">
                  <a16:creationId xmlns:a16="http://schemas.microsoft.com/office/drawing/2014/main" id="{78BE0504-3454-CB76-4D2B-96730BFC194F}"/>
                </a:ext>
              </a:extLst>
            </p:cNvPr>
            <p:cNvGrpSpPr/>
            <p:nvPr userDrawn="1"/>
          </p:nvGrpSpPr>
          <p:grpSpPr>
            <a:xfrm>
              <a:off x="11114331" y="5879067"/>
              <a:ext cx="445770" cy="598170"/>
              <a:chOff x="18406074" y="10234089"/>
              <a:chExt cx="445770" cy="598170"/>
            </a:xfrm>
          </p:grpSpPr>
          <p:sp>
            <p:nvSpPr>
              <p:cNvPr id="18" name="object 5">
                <a:extLst>
                  <a:ext uri="{FF2B5EF4-FFF2-40B4-BE49-F238E27FC236}">
                    <a16:creationId xmlns:a16="http://schemas.microsoft.com/office/drawing/2014/main" id="{E08B512B-19D5-31EE-38BB-ECE0FD6B8C78}"/>
                  </a:ext>
                </a:extLst>
              </p:cNvPr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9" name="object 6">
                <a:extLst>
                  <a:ext uri="{FF2B5EF4-FFF2-40B4-BE49-F238E27FC236}">
                    <a16:creationId xmlns:a16="http://schemas.microsoft.com/office/drawing/2014/main" id="{2816031D-2FBD-6D3D-C3AA-EDAC01B1B7B3}"/>
                  </a:ext>
                </a:extLst>
              </p:cNvPr>
              <p:cNvPicPr/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</p:spPr>
          </p:pic>
        </p:grp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9C188DE4-1C8A-750A-9834-317895F22B2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60414" y="1315256"/>
            <a:ext cx="119084" cy="422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869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97BCC7D-6F08-8B7A-0AE6-494B19B085FA}"/>
              </a:ext>
            </a:extLst>
          </p:cNvPr>
          <p:cNvSpPr/>
          <p:nvPr userDrawn="1"/>
        </p:nvSpPr>
        <p:spPr>
          <a:xfrm>
            <a:off x="0" y="0"/>
            <a:ext cx="1155032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CFD1A2D-962B-1B2F-8EFE-116133732487}"/>
              </a:ext>
            </a:extLst>
          </p:cNvPr>
          <p:cNvSpPr/>
          <p:nvPr userDrawn="1"/>
        </p:nvSpPr>
        <p:spPr>
          <a:xfrm>
            <a:off x="485631" y="405838"/>
            <a:ext cx="155636" cy="155636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1"/>
          </a:p>
        </p:txBody>
      </p:sp>
      <p:sp>
        <p:nvSpPr>
          <p:cNvPr id="7" name="Marcador de texto 26">
            <a:extLst>
              <a:ext uri="{FF2B5EF4-FFF2-40B4-BE49-F238E27FC236}">
                <a16:creationId xmlns:a16="http://schemas.microsoft.com/office/drawing/2014/main" id="{FC12E6C9-B6C7-FBEC-A203-87F5181A30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10853" y="405838"/>
            <a:ext cx="4916775" cy="469685"/>
          </a:xfrm>
        </p:spPr>
        <p:txBody>
          <a:bodyPr>
            <a:noAutofit/>
          </a:bodyPr>
          <a:lstStyle>
            <a:lvl1pPr marL="0" indent="0" algn="r">
              <a:buNone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MODIFICAR TITULO</a:t>
            </a:r>
            <a:endParaRPr lang="es-CL" dirty="0"/>
          </a:p>
        </p:txBody>
      </p:sp>
      <p:sp>
        <p:nvSpPr>
          <p:cNvPr id="8" name="Marcador de texto 3">
            <a:extLst>
              <a:ext uri="{FF2B5EF4-FFF2-40B4-BE49-F238E27FC236}">
                <a16:creationId xmlns:a16="http://schemas.microsoft.com/office/drawing/2014/main" id="{1CE8A453-8074-39A1-48E5-2C3C6BECAB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10853" y="976146"/>
            <a:ext cx="4930746" cy="281800"/>
          </a:xfrm>
        </p:spPr>
        <p:txBody>
          <a:bodyPr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Haz clic para modificar o eliminar bajada</a:t>
            </a:r>
          </a:p>
          <a:p>
            <a:endParaRPr lang="es-ES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0D8A9F2-7C34-CC0C-4A65-766C6591434E}"/>
              </a:ext>
            </a:extLst>
          </p:cNvPr>
          <p:cNvSpPr/>
          <p:nvPr userDrawn="1"/>
        </p:nvSpPr>
        <p:spPr>
          <a:xfrm>
            <a:off x="11551912" y="483656"/>
            <a:ext cx="271438" cy="27143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427846E3-6C01-4C3F-2624-7CD8517C9846}"/>
              </a:ext>
            </a:extLst>
          </p:cNvPr>
          <p:cNvGrpSpPr/>
          <p:nvPr userDrawn="1"/>
        </p:nvGrpSpPr>
        <p:grpSpPr>
          <a:xfrm>
            <a:off x="10559057" y="6273209"/>
            <a:ext cx="1405082" cy="320986"/>
            <a:chOff x="8941676" y="5879067"/>
            <a:chExt cx="2618425" cy="598170"/>
          </a:xfrm>
        </p:grpSpPr>
        <p:sp>
          <p:nvSpPr>
            <p:cNvPr id="4" name="object 2">
              <a:extLst>
                <a:ext uri="{FF2B5EF4-FFF2-40B4-BE49-F238E27FC236}">
                  <a16:creationId xmlns:a16="http://schemas.microsoft.com/office/drawing/2014/main" id="{F0FF35D2-A2FC-35AC-0158-8D26446D5854}"/>
                </a:ext>
              </a:extLst>
            </p:cNvPr>
            <p:cNvSpPr/>
            <p:nvPr userDrawn="1"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3">
              <a:extLst>
                <a:ext uri="{FF2B5EF4-FFF2-40B4-BE49-F238E27FC236}">
                  <a16:creationId xmlns:a16="http://schemas.microsoft.com/office/drawing/2014/main" id="{D52EE463-507D-0E89-A698-37B26D93221E}"/>
                </a:ext>
              </a:extLst>
            </p:cNvPr>
            <p:cNvSpPr/>
            <p:nvPr userDrawn="1"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6" name="object 4">
              <a:extLst>
                <a:ext uri="{FF2B5EF4-FFF2-40B4-BE49-F238E27FC236}">
                  <a16:creationId xmlns:a16="http://schemas.microsoft.com/office/drawing/2014/main" id="{6C83F359-2517-926A-B7D0-D64B0F83FC19}"/>
                </a:ext>
              </a:extLst>
            </p:cNvPr>
            <p:cNvGrpSpPr/>
            <p:nvPr userDrawn="1"/>
          </p:nvGrpSpPr>
          <p:grpSpPr>
            <a:xfrm>
              <a:off x="11114331" y="5879067"/>
              <a:ext cx="445770" cy="598170"/>
              <a:chOff x="18406074" y="10234089"/>
              <a:chExt cx="445770" cy="598170"/>
            </a:xfrm>
          </p:grpSpPr>
          <p:sp>
            <p:nvSpPr>
              <p:cNvPr id="18" name="object 5">
                <a:extLst>
                  <a:ext uri="{FF2B5EF4-FFF2-40B4-BE49-F238E27FC236}">
                    <a16:creationId xmlns:a16="http://schemas.microsoft.com/office/drawing/2014/main" id="{21FEE031-C875-38D1-5382-9E6E11778AA5}"/>
                  </a:ext>
                </a:extLst>
              </p:cNvPr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9" name="object 6">
                <a:extLst>
                  <a:ext uri="{FF2B5EF4-FFF2-40B4-BE49-F238E27FC236}">
                    <a16:creationId xmlns:a16="http://schemas.microsoft.com/office/drawing/2014/main" id="{08F0296E-9087-FDE0-9CBF-6E89FE8D4121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</p:spPr>
          </p:pic>
        </p:grp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533ECC16-DB92-D7AB-25D1-63F1F6931C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592" y="2244940"/>
            <a:ext cx="119084" cy="422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603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PA 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95D537A3-771A-B373-471B-2113C671CFBB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9F91E6D1-21AD-8149-634F-39874CDDB05F}"/>
              </a:ext>
            </a:extLst>
          </p:cNvPr>
          <p:cNvGrpSpPr/>
          <p:nvPr userDrawn="1"/>
        </p:nvGrpSpPr>
        <p:grpSpPr>
          <a:xfrm>
            <a:off x="2569595" y="5445627"/>
            <a:ext cx="7052811" cy="563479"/>
            <a:chOff x="1569453" y="5445627"/>
            <a:chExt cx="7052811" cy="563479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5C7F6159-27FC-D37D-6948-67F8EE366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569736" y="5445627"/>
              <a:ext cx="5052528" cy="563479"/>
            </a:xfrm>
            <a:prstGeom prst="rect">
              <a:avLst/>
            </a:prstGeom>
          </p:spPr>
        </p:pic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3051E8F7-021B-497B-A676-8142240D8E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9453" y="5505450"/>
              <a:ext cx="1331493" cy="443831"/>
            </a:xfrm>
            <a:prstGeom prst="rect">
              <a:avLst/>
            </a:prstGeom>
          </p:spPr>
        </p:pic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BA44E097-D359-D78B-4054-E34A9D1A970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097179" y="2291644"/>
            <a:ext cx="3997641" cy="129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390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78C4651-2B5D-EA62-AC04-17BFDE1E2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 dirty="0"/>
              <a:t>Haz clic para modificar el estilo de título del patrón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94B6F9-D351-5B1B-2766-68737957A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L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B60EAB-2F87-323A-DB12-7A3211AAE1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04031C-1D81-E945-A028-78780D1B7DE5}" type="datetimeFigureOut">
              <a:rPr lang="es-CL" smtClean="0"/>
              <a:t>03-09-2026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1700A7-BE34-6E4B-B14E-9AFE52C9C7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9A16B8-55E4-4139-4DE1-4DF901B44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BEC0DC-B55F-A543-ADED-336BFEE3FCE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9302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6" r:id="rId3"/>
    <p:sldLayoutId id="2147483657" r:id="rId4"/>
    <p:sldLayoutId id="2147483655" r:id="rId5"/>
    <p:sldLayoutId id="2147483650" r:id="rId6"/>
    <p:sldLayoutId id="2147483651" r:id="rId7"/>
    <p:sldLayoutId id="2147483653" r:id="rId8"/>
    <p:sldLayoutId id="2147483652" r:id="rId9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DDA3FC-36B2-5E48-53A8-51083BBEE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CAPSTONE</a:t>
            </a:r>
            <a:b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Etapa 1</a:t>
            </a:r>
            <a:endParaRPr lang="es-C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C79772-4F2B-0631-AEB4-ED8B1376406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534151" y="4305507"/>
            <a:ext cx="4780952" cy="332399"/>
          </a:xfrm>
        </p:spPr>
        <p:txBody>
          <a:bodyPr/>
          <a:lstStyle/>
          <a:p>
            <a:r>
              <a:rPr lang="es-MX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FlowerView</a:t>
            </a:r>
            <a:endParaRPr lang="es-CL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3EB7421-4626-49A7-BE17-E8ECEF1CC391}"/>
              </a:ext>
            </a:extLst>
          </p:cNvPr>
          <p:cNvSpPr txBox="1"/>
          <p:nvPr/>
        </p:nvSpPr>
        <p:spPr>
          <a:xfrm>
            <a:off x="-9526" y="5800725"/>
            <a:ext cx="273367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Sección</a:t>
            </a:r>
            <a:r>
              <a:rPr lang="es-MX" sz="2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ctr"/>
            <a:r>
              <a:rPr lang="es-MX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PT4614 Capstone 005D</a:t>
            </a:r>
            <a:endParaRPr lang="es-CL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FBB6BA0-759F-42DB-9CEC-20B12A5E0DF0}"/>
              </a:ext>
            </a:extLst>
          </p:cNvPr>
          <p:cNvSpPr txBox="1"/>
          <p:nvPr/>
        </p:nvSpPr>
        <p:spPr>
          <a:xfrm>
            <a:off x="2195513" y="5810250"/>
            <a:ext cx="24765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Fecha:</a:t>
            </a:r>
            <a:endParaRPr lang="es-MX" sz="2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s-MX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03-09-2026</a:t>
            </a:r>
            <a:endParaRPr lang="es-CL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17D9F63-0504-47D1-AA0F-7A068E82B6E1}"/>
              </a:ext>
            </a:extLst>
          </p:cNvPr>
          <p:cNvSpPr txBox="1"/>
          <p:nvPr/>
        </p:nvSpPr>
        <p:spPr>
          <a:xfrm>
            <a:off x="3857625" y="5791199"/>
            <a:ext cx="24765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Docente</a:t>
            </a:r>
            <a:r>
              <a:rPr lang="es-MX" sz="2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ctr"/>
            <a:r>
              <a:rPr lang="es-MX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Fabian Álvarez</a:t>
            </a:r>
            <a:endParaRPr lang="es-CL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16F951D-7E66-4108-A21D-8AB34E4C1B6E}"/>
              </a:ext>
            </a:extLst>
          </p:cNvPr>
          <p:cNvSpPr txBox="1"/>
          <p:nvPr/>
        </p:nvSpPr>
        <p:spPr>
          <a:xfrm>
            <a:off x="6096000" y="5252932"/>
            <a:ext cx="534352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Integrantes</a:t>
            </a:r>
            <a:r>
              <a:rPr lang="es-MX" sz="2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ctr"/>
            <a:r>
              <a:rPr lang="es-MX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Felipe Vargas – Alejandro Peña – Camilo Muñoz</a:t>
            </a:r>
          </a:p>
        </p:txBody>
      </p:sp>
    </p:spTree>
    <p:extLst>
      <p:ext uri="{BB962C8B-B14F-4D97-AF65-F5344CB8AC3E}">
        <p14:creationId xmlns:p14="http://schemas.microsoft.com/office/powerpoint/2010/main" val="130920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227965" indent="-227965"/>
            <a:r>
              <a:rPr lang="es-CL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Índice/Agenda</a:t>
            </a:r>
            <a:endParaRPr lang="es-E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EF0026-D2A1-FEC2-6E09-DE4B8D3DE5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61432" y="1369100"/>
            <a:ext cx="7052857" cy="394716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27965" indent="-227965"/>
            <a:r>
              <a:rPr lang="es-CL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Presentación del Equipo.</a:t>
            </a:r>
          </a:p>
          <a:p>
            <a:pPr marL="227965" indent="-227965"/>
            <a:r>
              <a:rPr lang="es-CL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Resumen Ejecutivo.</a:t>
            </a:r>
          </a:p>
          <a:p>
            <a:pPr marL="227965" indent="-227965"/>
            <a:r>
              <a:rPr lang="es-CL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Definición del Proyecto y Relevancia Laboral.</a:t>
            </a:r>
          </a:p>
          <a:p>
            <a:pPr marL="227965" indent="-227965"/>
            <a:r>
              <a:rPr lang="es-CL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Perfil de Egreso e Intereses Profesionales.</a:t>
            </a:r>
          </a:p>
          <a:p>
            <a:pPr marL="227965" indent="-227965"/>
            <a:r>
              <a:rPr lang="es-CL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Objetivo del Proyecto.</a:t>
            </a:r>
          </a:p>
          <a:p>
            <a:pPr marL="227965" indent="-227965"/>
            <a:r>
              <a:rPr lang="es-CL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Metodología de Trabajo.</a:t>
            </a:r>
          </a:p>
          <a:p>
            <a:pPr marL="227965" indent="-227965"/>
            <a:r>
              <a:rPr lang="es-CL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Plan de Trabajo y Cronograma.</a:t>
            </a:r>
          </a:p>
          <a:p>
            <a:pPr marL="227965" indent="-227965"/>
            <a:r>
              <a:rPr lang="es-CL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 Factibilidad, Riesgos y Mitigaciones.</a:t>
            </a:r>
          </a:p>
          <a:p>
            <a:pPr marL="227965" indent="-227965"/>
            <a:r>
              <a:rPr lang="es-CL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9. Plan de Evidencias e Indicadores de Calidad.</a:t>
            </a:r>
          </a:p>
          <a:p>
            <a:pPr marL="227965" indent="-227965"/>
            <a:r>
              <a:rPr lang="es-CL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10. Conclusión y Reflexión Personal.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10F9036-6FCF-4D69-9EC9-BBFCBCD5F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7106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Resumen Ejecutivo</a:t>
            </a:r>
            <a:endParaRPr lang="es-C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EF0026-D2A1-FEC2-6E09-DE4B8D3DE5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714" y="1137570"/>
            <a:ext cx="8487519" cy="4506485"/>
          </a:xfrm>
        </p:spPr>
        <p:txBody>
          <a:bodyPr>
            <a:noAutofit/>
          </a:bodyPr>
          <a:lstStyle/>
          <a:p>
            <a:r>
              <a:rPr lang="es-MX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Objetivos</a:t>
            </a:r>
          </a:p>
          <a:p>
            <a:pPr marL="0" indent="0" algn="just" rtl="0">
              <a:buNone/>
            </a:pPr>
            <a:r>
              <a:rPr lang="es-MX" sz="2500" b="0" i="0" dirty="0">
                <a:solidFill>
                  <a:srgbClr val="332C2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Digitalizar, automatizar y formalizar la gestión operativa y comercial de una florería. Se diseña una plataforma digital centralizada construido en el framewok Django.</a:t>
            </a:r>
            <a:endParaRPr lang="es-MX" sz="25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MX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Innovación y valor</a:t>
            </a:r>
          </a:p>
          <a:p>
            <a:pPr marL="0" indent="0">
              <a:buNone/>
            </a:pPr>
            <a:r>
              <a:rPr lang="es-MX" sz="2500" b="0" i="0" dirty="0">
                <a:solidFill>
                  <a:srgbClr val="332C2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Incorporar un módulo de Inteligencia Artificial generativa que permite visualizar arreglos florares personalizados, modificando atributos según la solicitud del cliente.</a:t>
            </a:r>
            <a:endParaRPr lang="es-MX" sz="25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s-MX" sz="2500" b="0" i="0" dirty="0">
                <a:solidFill>
                  <a:srgbClr val="332C2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También, se incluye un módulo de BI para analizar métricas claves de ventas, demanda de productos y rendimiento, reforzando la toma de decisiones estratégicas.</a:t>
            </a:r>
            <a:endParaRPr lang="es-MX" sz="25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s-CL" sz="2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647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b="1" i="0" dirty="0">
                <a:effectLst/>
              </a:rPr>
              <a:t>Definición del Proyecto y Relevancia Laboral</a:t>
            </a:r>
            <a:endParaRPr lang="es-C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EF0026-D2A1-FEC2-6E09-DE4B8D3DE5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4590" y="1800474"/>
            <a:ext cx="8487519" cy="45064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25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Operación manual e informal en la gestión de pedidos e inventario, dificultad de personalización de arreglos y alcance limitado en un entorno local</a:t>
            </a:r>
            <a:r>
              <a:rPr lang="es-MX" sz="2500" b="0" i="0" dirty="0">
                <a:solidFill>
                  <a:srgbClr val="332C2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endParaRPr lang="es-MX" sz="25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CL" sz="25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Justificación</a:t>
            </a:r>
          </a:p>
          <a:p>
            <a:pPr marL="0" indent="0">
              <a:buNone/>
            </a:pPr>
            <a:r>
              <a:rPr lang="es-MX" sz="25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 una PYME tradicional en un negocio digital y escalable en la Región Metropolitana, reduciendo perdidas por stock y captando clientes recurrentes e institucionales.</a:t>
            </a:r>
            <a:endParaRPr lang="es-CL" sz="2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851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s-CL" b="1" i="0" dirty="0">
                <a:effectLst/>
              </a:rPr>
              <a:t>Perfil de Egreso e Intereses Profesionales</a:t>
            </a:r>
            <a:endParaRPr lang="es-C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EF0026-D2A1-FEC2-6E09-DE4B8D3DE5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4590" y="1800474"/>
            <a:ext cx="8487519" cy="4506485"/>
          </a:xfrm>
        </p:spPr>
        <p:txBody>
          <a:bodyPr>
            <a:noAutofit/>
          </a:bodyPr>
          <a:lstStyle/>
          <a:p>
            <a:r>
              <a:rPr lang="es-CL" sz="25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Desarrollo y Arquitectura</a:t>
            </a:r>
          </a:p>
          <a:p>
            <a:pPr marL="0" indent="0">
              <a:buNone/>
            </a:pPr>
            <a:r>
              <a:rPr lang="es-MX" sz="250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Competencias en programación full-</a:t>
            </a:r>
            <a:r>
              <a:rPr lang="es-MX" sz="250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stack</a:t>
            </a:r>
            <a:r>
              <a:rPr lang="es-MX" sz="250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modelamiento de base de datos relacional y diseño de arquitectura modular en Django.</a:t>
            </a:r>
            <a:endParaRPr lang="es-CL" sz="250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CL" sz="25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Ciberseguridad y Riesgos</a:t>
            </a:r>
          </a:p>
          <a:p>
            <a:pPr marL="0" indent="0">
              <a:buNone/>
            </a:pPr>
            <a:r>
              <a:rPr lang="es-MX" sz="250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Implementación de control de acceso basado en roles, middleware de autenticación.</a:t>
            </a:r>
            <a:endParaRPr lang="es-CL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MX" sz="25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 y Minería de Datos</a:t>
            </a:r>
          </a:p>
          <a:p>
            <a:pPr marL="0" indent="0">
              <a:buNone/>
            </a:pPr>
            <a:r>
              <a:rPr lang="es-MX" sz="250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Alineación con intereses profesionales mediante el proceso analítico, detección de patrones de compra y métricas clave.</a:t>
            </a:r>
            <a:endParaRPr lang="es-MX" sz="25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901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s-CL" b="1" i="0" dirty="0">
                <a:effectLst/>
              </a:rPr>
              <a:t>Objetivos del Proyecto</a:t>
            </a:r>
            <a:endParaRPr lang="es-C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EF0026-D2A1-FEC2-6E09-DE4B8D3DE5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4232" y="1083790"/>
            <a:ext cx="10710458" cy="45064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250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Desarrollar e implementar un sistema E-</a:t>
            </a:r>
            <a:r>
              <a:rPr lang="es-MX" sz="250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commerce</a:t>
            </a:r>
            <a:r>
              <a:rPr lang="es-MX" sz="250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gestión interna e integración de inteligencia artificial y módulos de </a:t>
            </a:r>
            <a:r>
              <a:rPr lang="es-MX" sz="250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Bussiness</a:t>
            </a:r>
            <a:r>
              <a:rPr lang="es-MX" sz="250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250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Intelligence</a:t>
            </a:r>
            <a:r>
              <a:rPr lang="es-MX" sz="250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optimizando venta y control operativo de una florería.</a:t>
            </a:r>
            <a:endParaRPr lang="es-CL" sz="250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CL" sz="25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Requisito y Diseño</a:t>
            </a:r>
          </a:p>
          <a:p>
            <a:pPr marL="0" indent="0">
              <a:buNone/>
            </a:pPr>
            <a:r>
              <a:rPr lang="es-MX" sz="250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Desarrollar historias de usuario y diseñar la arquitectura de software en conjunto con el modelo de datos relacional.</a:t>
            </a:r>
          </a:p>
          <a:p>
            <a:r>
              <a:rPr lang="es-CL" sz="25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Desarrollo e IA</a:t>
            </a:r>
          </a:p>
          <a:p>
            <a:pPr marL="0" indent="0">
              <a:buNone/>
            </a:pPr>
            <a:r>
              <a:rPr lang="es-CL" sz="250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Construir los módulos de E-</a:t>
            </a:r>
            <a:r>
              <a:rPr lang="es-CL" sz="250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commerce</a:t>
            </a:r>
            <a:r>
              <a:rPr lang="es-CL" sz="250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gestión de usuarios/roles, inventario dinámico e integrar el agente de IA para modificar imágenes de arreglos florales.</a:t>
            </a:r>
          </a:p>
          <a:p>
            <a:r>
              <a:rPr lang="es-CL" sz="25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QA y Despliegue</a:t>
            </a:r>
          </a:p>
          <a:p>
            <a:pPr marL="0" indent="0">
              <a:buNone/>
            </a:pPr>
            <a:r>
              <a:rPr lang="es-MX" sz="250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Pruebas unitarias, de integración, y no funcionales asegurando estabilidad, realizar despliegue en una infraestructura web.</a:t>
            </a:r>
            <a:endParaRPr lang="es-MX" sz="25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20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51CCABDE-AEAE-49B4-9911-3D6934E83F09}"/>
              </a:ext>
            </a:extLst>
          </p:cNvPr>
          <p:cNvSpPr/>
          <p:nvPr/>
        </p:nvSpPr>
        <p:spPr>
          <a:xfrm>
            <a:off x="404232" y="3857625"/>
            <a:ext cx="11463918" cy="17326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s-CL" b="1" i="0" dirty="0">
                <a:effectLst/>
              </a:rPr>
              <a:t>Metodología de Trabajo</a:t>
            </a:r>
            <a:endParaRPr lang="es-C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EF0026-D2A1-FEC2-6E09-DE4B8D3DE5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4232" y="1083790"/>
            <a:ext cx="10710458" cy="45064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25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Trabajaremos con la metodología ágil organizado en </a:t>
            </a:r>
            <a:r>
              <a:rPr lang="es-MX" sz="2500" b="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Sprints</a:t>
            </a:r>
            <a:r>
              <a:rPr lang="es-MX" sz="25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3 semanas para garantizar entregas del sistema funcionales de manera incremental, además de contar con la validación del cliente.</a:t>
            </a:r>
            <a:r>
              <a:rPr lang="es-CL" sz="2500" b="1" i="0" dirty="0">
                <a:solidFill>
                  <a:srgbClr val="45B9A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>
              <a:buNone/>
            </a:pPr>
            <a:endParaRPr lang="es-CL" sz="3600" b="1" dirty="0">
              <a:solidFill>
                <a:srgbClr val="45B9AD"/>
              </a:solidFill>
            </a:endParaRPr>
          </a:p>
          <a:p>
            <a:pPr marL="0" indent="0">
              <a:buNone/>
            </a:pPr>
            <a:r>
              <a:rPr lang="es-CL" sz="3200" b="1" i="0" dirty="0">
                <a:effectLst/>
              </a:rPr>
              <a:t>Roles y Responsabilidades</a:t>
            </a:r>
            <a:endParaRPr lang="es-CL" sz="3200" b="1" dirty="0">
              <a:effectLst/>
            </a:endParaRPr>
          </a:p>
          <a:p>
            <a:pPr marL="0" indent="0">
              <a:buNone/>
            </a:pPr>
            <a:endParaRPr lang="es-CL" sz="2500" b="1" i="0" dirty="0">
              <a:effectLst/>
              <a:ea typeface="Calibri" panose="020F050202020403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99D4278-1EBE-4109-A5D6-A97E27CE5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28" y="3880088"/>
            <a:ext cx="11159125" cy="168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171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4685" y="551041"/>
            <a:ext cx="7360906" cy="469685"/>
          </a:xfrm>
        </p:spPr>
        <p:txBody>
          <a:bodyPr/>
          <a:lstStyle/>
          <a:p>
            <a:pPr marL="0" indent="0">
              <a:buNone/>
            </a:pPr>
            <a:r>
              <a:rPr lang="es-CL" b="1" i="0" dirty="0">
                <a:effectLst/>
              </a:rPr>
              <a:t>Plan de trabajo y cronograma</a:t>
            </a:r>
            <a:endParaRPr lang="es-C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EF0026-D2A1-FEC2-6E09-DE4B8D3DE5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4232" y="1083790"/>
            <a:ext cx="10710458" cy="450648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s-CL" sz="3600" b="1" dirty="0">
              <a:solidFill>
                <a:srgbClr val="45B9AD"/>
              </a:solidFill>
            </a:endParaRPr>
          </a:p>
          <a:p>
            <a:pPr marL="0" indent="0">
              <a:buNone/>
            </a:pPr>
            <a:endParaRPr lang="es-CL" sz="2500" b="1" i="0" dirty="0">
              <a:effectLst/>
              <a:ea typeface="Calibri" panose="020F050202020403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212353D-4221-4A47-979C-BEDD5FC9E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4775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070A2FD-DDF3-4472-A913-0ECE6EE5A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099" y="1295102"/>
            <a:ext cx="8973802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218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13697343-05C5-4112-BE17-CE97453CF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4703" y="209787"/>
            <a:ext cx="4127298" cy="3518420"/>
          </a:xfrm>
          <a:prstGeom prst="rect">
            <a:avLst/>
          </a:prstGeom>
        </p:spPr>
      </p:pic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743" y="782411"/>
            <a:ext cx="7360906" cy="469685"/>
          </a:xfrm>
        </p:spPr>
        <p:txBody>
          <a:bodyPr/>
          <a:lstStyle/>
          <a:p>
            <a:pPr marL="0" indent="0">
              <a:buNone/>
            </a:pPr>
            <a:r>
              <a:rPr lang="es-CL" dirty="0">
                <a:ea typeface="Calibri" panose="020F0502020204030204" pitchFamily="34" charset="0"/>
              </a:rPr>
              <a:t>Factibilidad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EF0026-D2A1-FEC2-6E09-DE4B8D3DE5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0882" y="1540990"/>
            <a:ext cx="10710458" cy="450648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s-CL" sz="3600" b="1" dirty="0">
              <a:solidFill>
                <a:srgbClr val="45B9AD"/>
              </a:solidFill>
            </a:endParaRPr>
          </a:p>
          <a:p>
            <a:pPr marL="0" indent="0">
              <a:buNone/>
            </a:pPr>
            <a:endParaRPr lang="es-CL" sz="2500" b="1" i="0" dirty="0">
              <a:effectLst/>
              <a:ea typeface="Calibri" panose="020F050202020403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212353D-4221-4A47-979C-BEDD5FC9E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4775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  <p:sp>
        <p:nvSpPr>
          <p:cNvPr id="6" name="Marcador de texto 1">
            <a:extLst>
              <a:ext uri="{FF2B5EF4-FFF2-40B4-BE49-F238E27FC236}">
                <a16:creationId xmlns:a16="http://schemas.microsoft.com/office/drawing/2014/main" id="{ACFD40A7-87D5-4719-B887-112AB2E3F7BA}"/>
              </a:ext>
            </a:extLst>
          </p:cNvPr>
          <p:cNvSpPr txBox="1">
            <a:spLocks/>
          </p:cNvSpPr>
          <p:nvPr/>
        </p:nvSpPr>
        <p:spPr>
          <a:xfrm>
            <a:off x="353743" y="2682739"/>
            <a:ext cx="7360906" cy="4696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Riesgos y mitigaciones</a:t>
            </a:r>
            <a:endParaRPr lang="es-CL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B9A5358-71BB-422E-BE45-3E2DEE5834B0}"/>
              </a:ext>
            </a:extLst>
          </p:cNvPr>
          <p:cNvSpPr txBox="1"/>
          <p:nvPr/>
        </p:nvSpPr>
        <p:spPr>
          <a:xfrm>
            <a:off x="337064" y="1345750"/>
            <a:ext cx="8448121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5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Estimación del proyecto de 3 meses con 2 horas diarias por integrante, uso de </a:t>
            </a:r>
            <a:r>
              <a:rPr lang="es-MX" sz="2500" b="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frameworks</a:t>
            </a:r>
            <a:r>
              <a:rPr lang="es-MX" sz="25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 utilizados por el equipo de trabajo y herramientas de IA para agilizar tareas repetitivas.</a:t>
            </a:r>
            <a:endParaRPr lang="es-CL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89DE1F6-3264-4C5A-8A57-481A5DDE11AC}"/>
              </a:ext>
            </a:extLst>
          </p:cNvPr>
          <p:cNvSpPr txBox="1"/>
          <p:nvPr/>
        </p:nvSpPr>
        <p:spPr>
          <a:xfrm>
            <a:off x="353743" y="3397145"/>
            <a:ext cx="12077468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es-MX" sz="2500" b="1" i="0" dirty="0">
                <a:solidFill>
                  <a:srgbClr val="332C2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Costo/Consumo de API IA</a:t>
            </a:r>
            <a:endParaRPr lang="es-MX" sz="25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rtl="0"/>
            <a:r>
              <a:rPr lang="es-MX" sz="25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Implementar caché de imágenes y utilizar modelos gratuitos.</a:t>
            </a:r>
            <a:endParaRPr lang="es-MX" sz="25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es-MX" sz="25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Retrasos en la validación de avances y </a:t>
            </a:r>
            <a:r>
              <a:rPr lang="es-MX" sz="2500" b="1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feedback</a:t>
            </a:r>
            <a:r>
              <a:rPr lang="es-MX" sz="25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durante los cierres de Sprint</a:t>
            </a:r>
            <a:endParaRPr lang="es-MX" sz="25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rtl="0"/>
            <a:r>
              <a:rPr lang="es-MX" sz="25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Establecer un horario fijo con reuniones semanales breves y fechas claves de Sprint </a:t>
            </a:r>
            <a:r>
              <a:rPr lang="es-MX" sz="25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</a:t>
            </a:r>
            <a:r>
              <a:rPr lang="es-MX" sz="25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s-MX" sz="25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es-MX" sz="25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Bloqueos o tiempos de respuesta lentos en pasarelas de pago</a:t>
            </a:r>
            <a:endParaRPr lang="es-MX" sz="25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rtl="0"/>
            <a:r>
              <a:rPr lang="es-MX" sz="25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Implementar y probar de forma temprana en entornos aislados mediante credenciales de prueba.</a:t>
            </a:r>
            <a:endParaRPr lang="es-MX" sz="25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153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742" y="782411"/>
            <a:ext cx="10283391" cy="469685"/>
          </a:xfrm>
        </p:spPr>
        <p:txBody>
          <a:bodyPr/>
          <a:lstStyle/>
          <a:p>
            <a:pPr marL="0" indent="0">
              <a:buNone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 de </a:t>
            </a:r>
            <a:r>
              <a:rPr lang="es-MX" dirty="0">
                <a:ea typeface="Calibri" panose="020F0502020204030204" pitchFamily="34" charset="0"/>
              </a:rPr>
              <a:t>evidencias</a:t>
            </a: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indicadores de calidad</a:t>
            </a:r>
            <a:endParaRPr lang="es-CL" dirty="0">
              <a:ea typeface="Calibri" panose="020F050202020403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212353D-4221-4A47-979C-BEDD5FC9E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4775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  <p:graphicFrame>
        <p:nvGraphicFramePr>
          <p:cNvPr id="9" name="Tabla 10">
            <a:extLst>
              <a:ext uri="{FF2B5EF4-FFF2-40B4-BE49-F238E27FC236}">
                <a16:creationId xmlns:a16="http://schemas.microsoft.com/office/drawing/2014/main" id="{C0B29CA7-216F-4EF8-9C3C-1910E09D08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297732"/>
              </p:ext>
            </p:extLst>
          </p:nvPr>
        </p:nvGraphicFramePr>
        <p:xfrm>
          <a:off x="1026303" y="2126566"/>
          <a:ext cx="8938268" cy="339455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469134">
                  <a:extLst>
                    <a:ext uri="{9D8B030D-6E8A-4147-A177-3AD203B41FA5}">
                      <a16:colId xmlns:a16="http://schemas.microsoft.com/office/drawing/2014/main" val="1818160491"/>
                    </a:ext>
                  </a:extLst>
                </a:gridCol>
                <a:gridCol w="4469134">
                  <a:extLst>
                    <a:ext uri="{9D8B030D-6E8A-4147-A177-3AD203B41FA5}">
                      <a16:colId xmlns:a16="http://schemas.microsoft.com/office/drawing/2014/main" val="370036896"/>
                    </a:ext>
                  </a:extLst>
                </a:gridCol>
              </a:tblGrid>
              <a:tr h="686433">
                <a:tc>
                  <a:txBody>
                    <a:bodyPr/>
                    <a:lstStyle/>
                    <a:p>
                      <a:r>
                        <a:rPr lang="es-MX" sz="2500" dirty="0"/>
                        <a:t>EVIDENCIAS TANGIBLES</a:t>
                      </a:r>
                      <a:endParaRPr lang="es-CL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500" dirty="0"/>
                        <a:t>INDICADORES DE CALIDAD</a:t>
                      </a:r>
                      <a:endParaRPr lang="es-CL" sz="2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19166"/>
                  </a:ext>
                </a:extLst>
              </a:tr>
              <a:tr h="2708120">
                <a:tc>
                  <a:txBody>
                    <a:bodyPr/>
                    <a:lstStyle/>
                    <a:p>
                      <a:r>
                        <a:rPr lang="es-CL" sz="20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Backlog priorizado, Historias de Usuario, Diagramas de Arquitectura, Acta de Sprint. Repositorio GitHub, </a:t>
                      </a:r>
                      <a:r>
                        <a:rPr lang="es-CL" sz="2000" b="0" i="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Burndown</a:t>
                      </a:r>
                      <a:r>
                        <a:rPr lang="es-CL" sz="2000" b="0" i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Charts, Casos de Pruebas QA, Plan de Mantención Técnica.</a:t>
                      </a:r>
                      <a:endParaRPr lang="es-CL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-Ejecución de pruebas unitarias, de integración y aceptación.</a:t>
                      </a:r>
                      <a:endParaRPr lang="es-MX" sz="2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r>
                        <a:rPr lang="es-MX" sz="2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-Diseño lógico y escalable.</a:t>
                      </a:r>
                      <a:endParaRPr lang="es-MX" sz="2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r>
                        <a:rPr lang="es-MX" sz="2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-Control de hitos por Sprint.</a:t>
                      </a:r>
                      <a:endParaRPr lang="es-MX" sz="2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105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240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742" y="782411"/>
            <a:ext cx="10283391" cy="469685"/>
          </a:xfrm>
        </p:spPr>
        <p:txBody>
          <a:bodyPr/>
          <a:lstStyle/>
          <a:p>
            <a:pPr marL="0" indent="0">
              <a:buNone/>
            </a:pPr>
            <a:r>
              <a:rPr lang="es-MX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Conclusión y reflexión personal</a:t>
            </a:r>
            <a:endParaRPr lang="es-CL" dirty="0">
              <a:ea typeface="Calibri" panose="020F050202020403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212353D-4221-4A47-979C-BEDD5FC9E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4775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CBE0CC2-385A-44B7-B506-14F47CBA5601}"/>
              </a:ext>
            </a:extLst>
          </p:cNvPr>
          <p:cNvSpPr txBox="1"/>
          <p:nvPr/>
        </p:nvSpPr>
        <p:spPr>
          <a:xfrm>
            <a:off x="353742" y="1662288"/>
            <a:ext cx="609407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s-MX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 solución propuesta es viable y factible y se puede ejecutar dentro de un marco de 18 semanas académico respondiendo a una necesidad real de mercado.</a:t>
            </a:r>
            <a:endParaRPr lang="es-MX" sz="20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147F074-64CE-42D3-BC2E-9BF76EE101BC}"/>
              </a:ext>
            </a:extLst>
          </p:cNvPr>
          <p:cNvSpPr txBox="1"/>
          <p:nvPr/>
        </p:nvSpPr>
        <p:spPr>
          <a:xfrm>
            <a:off x="353742" y="2967335"/>
            <a:ext cx="609407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s-MX" sz="2000" b="0" i="0" dirty="0">
                <a:solidFill>
                  <a:srgbClr val="000000"/>
                </a:solidFill>
                <a:effectLst/>
              </a:rPr>
              <a:t>Integra tecnologías modernas (desarrollo web, IA, BI y </a:t>
            </a:r>
            <a:r>
              <a:rPr lang="es-MX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ciberseguridad</a:t>
            </a:r>
            <a:r>
              <a:rPr lang="es-MX" sz="2000" b="0" i="0" dirty="0">
                <a:solidFill>
                  <a:srgbClr val="000000"/>
                </a:solidFill>
                <a:effectLst/>
              </a:rPr>
              <a:t>) para transformar un modelo de negocio informal en un entorno digital centralizado, escalable y seguro.</a:t>
            </a:r>
            <a:endParaRPr lang="es-MX" sz="2000" dirty="0">
              <a:effectLst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82FC1CE-8AAF-444A-B475-7FC519F5C09A}"/>
              </a:ext>
            </a:extLst>
          </p:cNvPr>
          <p:cNvSpPr txBox="1"/>
          <p:nvPr/>
        </p:nvSpPr>
        <p:spPr>
          <a:xfrm>
            <a:off x="353742" y="4570710"/>
            <a:ext cx="609407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s-MX" sz="2000" b="0" i="0" dirty="0">
                <a:solidFill>
                  <a:srgbClr val="000000"/>
                </a:solidFill>
                <a:effectLst/>
              </a:rPr>
              <a:t>Aporta valor directo al negocio al optimizar el control del inventario, expandir el canal de ventas y soportar la toma de </a:t>
            </a:r>
            <a:r>
              <a:rPr lang="es-MX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decisiones</a:t>
            </a:r>
            <a:r>
              <a:rPr lang="es-MX" sz="2000" b="0" i="0" dirty="0">
                <a:solidFill>
                  <a:srgbClr val="000000"/>
                </a:solidFill>
                <a:effectLst/>
              </a:rPr>
              <a:t> basada en datos.</a:t>
            </a:r>
            <a:endParaRPr lang="es-MX" sz="2000" dirty="0">
              <a:effectLst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5AFCF485-3D27-4E32-8CFD-0E0F5671E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8307" y="1252096"/>
            <a:ext cx="3358279" cy="3318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381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21246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F28BDBD65D93F4BA99B6439AFEA320E" ma:contentTypeVersion="10" ma:contentTypeDescription="Crear nuevo documento." ma:contentTypeScope="" ma:versionID="11d45d99e0339591c68aad091688ac92">
  <xsd:schema xmlns:xsd="http://www.w3.org/2001/XMLSchema" xmlns:xs="http://www.w3.org/2001/XMLSchema" xmlns:p="http://schemas.microsoft.com/office/2006/metadata/properties" xmlns:ns2="9b0ef35d-78e7-41bf-847f-3c0497ad5352" xmlns:ns3="3c969135-7855-44e0-a9fe-01d799f07605" targetNamespace="http://schemas.microsoft.com/office/2006/metadata/properties" ma:root="true" ma:fieldsID="0e603a3f7bf67670d682b80385fe4b00" ns2:_="" ns3:_="">
    <xsd:import namespace="9b0ef35d-78e7-41bf-847f-3c0497ad5352"/>
    <xsd:import namespace="3c969135-7855-44e0-a9fe-01d799f076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0ef35d-78e7-41bf-847f-3c0497ad53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969135-7855-44e0-a9fe-01d799f0760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3c969135-7855-44e0-a9fe-01d799f07605">
      <UserInfo>
        <DisplayName>Patricio alejandro Yanez Ahumada</DisplayName>
        <AccountId>12</AccountId>
        <AccountType/>
      </UserInfo>
      <UserInfo>
        <DisplayName>Victoria Acevedo D</DisplayName>
        <AccountId>6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CB4635AD-4573-49F2-BAD3-1FD3B2C9C4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0ef35d-78e7-41bf-847f-3c0497ad5352"/>
    <ds:schemaRef ds:uri="3c969135-7855-44e0-a9fe-01d799f076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7BD4256-76F8-4EE6-AF14-F39F3CD068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58CA3E-C0DA-46ED-9440-7D10196C7762}">
  <ds:schemaRefs>
    <ds:schemaRef ds:uri="http://schemas.microsoft.com/office/2006/metadata/properties"/>
    <ds:schemaRef ds:uri="http://schemas.microsoft.com/office/infopath/2007/PartnerControls"/>
    <ds:schemaRef ds:uri="3c969135-7855-44e0-a9fe-01d799f0760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357</TotalTime>
  <Words>716</Words>
  <Application>Microsoft Office PowerPoint</Application>
  <PresentationFormat>Panorámica</PresentationFormat>
  <Paragraphs>72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Tema de Office</vt:lpstr>
      <vt:lpstr>CAPSTONE Etapa 1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Daniela Osorio C.</dc:creator>
  <cp:lastModifiedBy>PCXX</cp:lastModifiedBy>
  <cp:revision>25</cp:revision>
  <dcterms:created xsi:type="dcterms:W3CDTF">2024-03-07T18:55:37Z</dcterms:created>
  <dcterms:modified xsi:type="dcterms:W3CDTF">2026-09-03T21:06:24Z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0x010100AF28BDBD65D93F4BA99B6439AFEA320E</vt:lpwstr>
  </property>
</Properties>
</file>